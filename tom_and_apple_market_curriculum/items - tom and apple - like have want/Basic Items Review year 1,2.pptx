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11" Type="http://schemas.openxmlformats.org/officeDocument/2006/relationships/slide" Target="slides/slide7.xml"/><Relationship Id="rId22" Type="http://schemas.openxmlformats.org/officeDocument/2006/relationships/font" Target="fonts/Raleway-italic.fntdata"/><Relationship Id="rId10" Type="http://schemas.openxmlformats.org/officeDocument/2006/relationships/slide" Target="slides/slide6.xml"/><Relationship Id="rId21" Type="http://schemas.openxmlformats.org/officeDocument/2006/relationships/font" Target="fonts/Raleway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4a1400800_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4a1400800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4a1400800_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4a1400800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4a1400800_0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4a1400800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4a1400800_0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4a1400800_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4a1400800_0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4a1400800_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a1400800_0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a1400800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a1400800_0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4a1400800_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a1400800_0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4a1400800_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a1400800_0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a1400800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a1400800_0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4a1400800_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4a1400800_0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4a1400800_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a1400800_0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a1400800_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4a1400800_01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4a1400800_0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a1400800_01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a1400800_0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685800" y="1583342"/>
            <a:ext cx="7772400" cy="1159856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85800" y="2840054"/>
            <a:ext cx="7772400" cy="7847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57200" y="1200150"/>
            <a:ext cx="8229600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457200" y="1200150"/>
            <a:ext cx="3994526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2" type="body"/>
          </p:nvPr>
        </p:nvSpPr>
        <p:spPr>
          <a:xfrm>
            <a:off x="4692274" y="1200150"/>
            <a:ext cx="3994526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" type="body"/>
          </p:nvPr>
        </p:nvSpPr>
        <p:spPr>
          <a:xfrm>
            <a:off x="457200" y="4406309"/>
            <a:ext cx="8229600" cy="5195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6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gif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8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ctrTitle"/>
          </p:nvPr>
        </p:nvSpPr>
        <p:spPr>
          <a:xfrm>
            <a:off x="558600" y="193205"/>
            <a:ext cx="8026800" cy="495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latin typeface="Droid Sans"/>
                <a:ea typeface="Droid Sans"/>
                <a:cs typeface="Droid Sans"/>
                <a:sym typeface="Droid Sans"/>
              </a:rPr>
              <a:t>ITEMS</a:t>
            </a:r>
            <a:endParaRPr sz="150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>
                <a:latin typeface="Droid Sans"/>
                <a:ea typeface="Droid Sans"/>
                <a:cs typeface="Droid Sans"/>
                <a:sym typeface="Droid Sans"/>
              </a:rPr>
              <a:t>items</a:t>
            </a:r>
            <a:endParaRPr sz="150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Droid Sans"/>
                <a:ea typeface="Droid Sans"/>
                <a:cs typeface="Droid Sans"/>
                <a:sym typeface="Droid Sans"/>
              </a:rPr>
              <a:t>- Basic -</a:t>
            </a:r>
            <a:endParaRPr sz="1400"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/>
        </p:nvSpPr>
        <p:spPr>
          <a:xfrm>
            <a:off x="433922" y="1349475"/>
            <a:ext cx="8792100" cy="17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0">
                <a:latin typeface="Raleway"/>
                <a:ea typeface="Raleway"/>
                <a:cs typeface="Raleway"/>
                <a:sym typeface="Raleway"/>
              </a:rPr>
              <a:t>1  2  3</a:t>
            </a:r>
            <a:endParaRPr sz="25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571038" y="1027426"/>
            <a:ext cx="2106000" cy="2083200"/>
          </a:xfrm>
          <a:prstGeom prst="donut">
            <a:avLst>
              <a:gd fmla="val 25000" name="adj"/>
            </a:avLst>
          </a:prstGeom>
          <a:noFill/>
          <a:ln cap="flat" cmpd="sng" w="2286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/>
          <p:nvPr/>
        </p:nvSpPr>
        <p:spPr>
          <a:xfrm>
            <a:off x="3456338" y="910001"/>
            <a:ext cx="2106000" cy="2083200"/>
          </a:xfrm>
          <a:prstGeom prst="donut">
            <a:avLst>
              <a:gd fmla="val 25000" name="adj"/>
            </a:avLst>
          </a:prstGeom>
          <a:solidFill>
            <a:srgbClr val="FFFF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0"/>
          <p:cNvSpPr/>
          <p:nvPr/>
        </p:nvSpPr>
        <p:spPr>
          <a:xfrm>
            <a:off x="404138" y="1099568"/>
            <a:ext cx="2106000" cy="2083200"/>
          </a:xfrm>
          <a:prstGeom prst="donut">
            <a:avLst>
              <a:gd fmla="val 25000" name="adj"/>
            </a:avLst>
          </a:prstGeom>
          <a:noFill/>
          <a:ln cap="flat" cmpd="sng" w="2286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0"/>
          <p:cNvSpPr txBox="1"/>
          <p:nvPr/>
        </p:nvSpPr>
        <p:spPr>
          <a:xfrm>
            <a:off x="509432" y="3182776"/>
            <a:ext cx="17442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blue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BLUE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ブルー</a:t>
            </a:r>
            <a:endParaRPr/>
          </a:p>
        </p:txBody>
      </p:sp>
      <p:sp>
        <p:nvSpPr>
          <p:cNvPr id="41" name="Google Shape;41;p10"/>
          <p:cNvSpPr txBox="1"/>
          <p:nvPr/>
        </p:nvSpPr>
        <p:spPr>
          <a:xfrm>
            <a:off x="3721085" y="3182776"/>
            <a:ext cx="21060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yellow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YELLOW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イエロー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" name="Google Shape;42;p10"/>
          <p:cNvSpPr txBox="1"/>
          <p:nvPr/>
        </p:nvSpPr>
        <p:spPr>
          <a:xfrm>
            <a:off x="7038011" y="3182776"/>
            <a:ext cx="21060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orange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ORANGE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オレンジ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3397636" y="1042128"/>
            <a:ext cx="2217600" cy="2275200"/>
          </a:xfrm>
          <a:prstGeom prst="donut">
            <a:avLst>
              <a:gd fmla="val 25000" name="adj"/>
            </a:avLst>
          </a:prstGeom>
          <a:noFill/>
          <a:ln cap="flat" cmpd="sng" w="2286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249525" y="1042100"/>
            <a:ext cx="2217600" cy="2275200"/>
          </a:xfrm>
          <a:prstGeom prst="donut">
            <a:avLst>
              <a:gd fmla="val 25000" name="adj"/>
            </a:avLst>
          </a:prstGeom>
          <a:noFill/>
          <a:ln cap="flat" cmpd="sng" w="228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/>
          <p:nvPr/>
        </p:nvSpPr>
        <p:spPr>
          <a:xfrm>
            <a:off x="6808956" y="1042128"/>
            <a:ext cx="2217600" cy="2275200"/>
          </a:xfrm>
          <a:prstGeom prst="donut">
            <a:avLst>
              <a:gd fmla="val 25000" name="adj"/>
            </a:avLst>
          </a:prstGeom>
          <a:noFill/>
          <a:ln cap="flat" cmpd="sng" w="228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/>
        </p:nvSpPr>
        <p:spPr>
          <a:xfrm>
            <a:off x="712154" y="3075797"/>
            <a:ext cx="1836900" cy="19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red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RED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レッド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1" name="Google Shape;51;p11"/>
          <p:cNvSpPr txBox="1"/>
          <p:nvPr/>
        </p:nvSpPr>
        <p:spPr>
          <a:xfrm>
            <a:off x="3778430" y="3075797"/>
            <a:ext cx="1836900" cy="19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pink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PINK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ピンク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2" name="Google Shape;52;p11"/>
          <p:cNvSpPr txBox="1"/>
          <p:nvPr/>
        </p:nvSpPr>
        <p:spPr>
          <a:xfrm>
            <a:off x="7189723" y="3075797"/>
            <a:ext cx="1836900" cy="19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green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GREEN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グリーン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 rotWithShape="1">
          <a:blip r:embed="rId3">
            <a:alphaModFix/>
          </a:blip>
          <a:srcRect b="0" l="0" r="3754" t="0"/>
          <a:stretch/>
        </p:blipFill>
        <p:spPr>
          <a:xfrm>
            <a:off x="1086125" y="0"/>
            <a:ext cx="3511482" cy="3837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2"/>
          <p:cNvPicPr preferRelativeResize="0"/>
          <p:nvPr/>
        </p:nvPicPr>
        <p:blipFill rotWithShape="1">
          <a:blip r:embed="rId3">
            <a:alphaModFix/>
          </a:blip>
          <a:srcRect b="0" l="6786" r="0" t="0"/>
          <a:stretch/>
        </p:blipFill>
        <p:spPr>
          <a:xfrm>
            <a:off x="4510173" y="0"/>
            <a:ext cx="3400927" cy="38371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/>
        </p:nvSpPr>
        <p:spPr>
          <a:xfrm>
            <a:off x="3021722" y="3323384"/>
            <a:ext cx="4234200" cy="26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apple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APPLE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アップル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ズ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550" y="73400"/>
            <a:ext cx="3500514" cy="411558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3607951" y="3528485"/>
            <a:ext cx="5364300" cy="21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oranges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ORANGE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オレンジ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ーズ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0111" y="73400"/>
            <a:ext cx="3500514" cy="4115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/>
          <p:cNvPicPr preferRelativeResize="0"/>
          <p:nvPr/>
        </p:nvPicPr>
        <p:blipFill rotWithShape="1">
          <a:blip r:embed="rId3">
            <a:alphaModFix/>
          </a:blip>
          <a:srcRect b="8341" l="14495" r="15785" t="8082"/>
          <a:stretch/>
        </p:blipFill>
        <p:spPr>
          <a:xfrm>
            <a:off x="1908050" y="993521"/>
            <a:ext cx="2856524" cy="295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8341" l="14495" r="15785" t="8082"/>
          <a:stretch/>
        </p:blipFill>
        <p:spPr>
          <a:xfrm rot="-1198073">
            <a:off x="4518224" y="238516"/>
            <a:ext cx="2558225" cy="272950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3712637" y="3056475"/>
            <a:ext cx="46728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mellon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MELLON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メロン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ズ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16844">
            <a:off x="4750762" y="1065025"/>
            <a:ext cx="3207522" cy="3434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 rotWithShape="1">
          <a:blip r:embed="rId4">
            <a:alphaModFix/>
          </a:blip>
          <a:srcRect b="0" l="0" r="3809" t="0"/>
          <a:stretch/>
        </p:blipFill>
        <p:spPr>
          <a:xfrm rot="288928">
            <a:off x="1557557" y="362527"/>
            <a:ext cx="3140105" cy="365291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1800131" y="3557635"/>
            <a:ext cx="3262500" cy="22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cabbage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CABBAGE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キャベツ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ズ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69048" l="75432" r="5786" t="1250"/>
          <a:stretch/>
        </p:blipFill>
        <p:spPr>
          <a:xfrm>
            <a:off x="2245677" y="176125"/>
            <a:ext cx="2487479" cy="4421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 b="70298" l="53633" r="28739" t="0"/>
          <a:stretch/>
        </p:blipFill>
        <p:spPr>
          <a:xfrm flipH="1">
            <a:off x="4657133" y="176125"/>
            <a:ext cx="2775619" cy="442144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3916144" y="3919795"/>
            <a:ext cx="32538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chair</a:t>
            </a:r>
            <a:r>
              <a:rPr b="1" lang="en"/>
              <a:t>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CHAIR</a:t>
            </a:r>
            <a:r>
              <a:rPr b="1" lang="en" sz="1200"/>
              <a:t>S 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チェア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ズ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24294" l="3844" r="84541" t="64464"/>
          <a:stretch/>
        </p:blipFill>
        <p:spPr>
          <a:xfrm>
            <a:off x="1850608" y="469703"/>
            <a:ext cx="2485489" cy="2147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 rotWithShape="1">
          <a:blip r:embed="rId4">
            <a:alphaModFix/>
          </a:blip>
          <a:srcRect b="24662" l="23982" r="64403" t="64096"/>
          <a:stretch/>
        </p:blipFill>
        <p:spPr>
          <a:xfrm>
            <a:off x="4807950" y="2404108"/>
            <a:ext cx="2485489" cy="2147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 rotWithShape="1">
          <a:blip r:embed="rId5">
            <a:alphaModFix/>
          </a:blip>
          <a:srcRect b="24048" l="44193" r="44193" t="64710"/>
          <a:stretch/>
        </p:blipFill>
        <p:spPr>
          <a:xfrm>
            <a:off x="1850563" y="2617168"/>
            <a:ext cx="2485489" cy="2147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 rotWithShape="1">
          <a:blip r:embed="rId6">
            <a:alphaModFix/>
          </a:blip>
          <a:srcRect b="24048" l="64207" r="24178" t="64710"/>
          <a:stretch/>
        </p:blipFill>
        <p:spPr>
          <a:xfrm>
            <a:off x="4687148" y="469700"/>
            <a:ext cx="2485489" cy="214743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2597706" y="5102918"/>
            <a:ext cx="4563900" cy="11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</a:t>
            </a:r>
            <a:r>
              <a:rPr b="1" lang="en"/>
              <a:t>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CAT</a:t>
            </a:r>
            <a:r>
              <a:rPr b="1" lang="en" sz="1200"/>
              <a:t>S 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キャット</a:t>
            </a:r>
            <a:r>
              <a:rPr b="1" lang="en"/>
              <a:t>ス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8"/>
          <p:cNvGrpSpPr/>
          <p:nvPr/>
        </p:nvGrpSpPr>
        <p:grpSpPr>
          <a:xfrm>
            <a:off x="3403329" y="274638"/>
            <a:ext cx="4419567" cy="4195344"/>
            <a:chOff x="1357369" y="2857435"/>
            <a:chExt cx="2279302" cy="2235014"/>
          </a:xfrm>
        </p:grpSpPr>
        <p:grpSp>
          <p:nvGrpSpPr>
            <p:cNvPr id="102" name="Google Shape;102;p18"/>
            <p:cNvGrpSpPr/>
            <p:nvPr/>
          </p:nvGrpSpPr>
          <p:grpSpPr>
            <a:xfrm>
              <a:off x="1357369" y="2857435"/>
              <a:ext cx="2279302" cy="2235014"/>
              <a:chOff x="451251" y="4981816"/>
              <a:chExt cx="1904179" cy="1976314"/>
            </a:xfrm>
          </p:grpSpPr>
          <p:grpSp>
            <p:nvGrpSpPr>
              <p:cNvPr id="103" name="Google Shape;103;p18"/>
              <p:cNvGrpSpPr/>
              <p:nvPr/>
            </p:nvGrpSpPr>
            <p:grpSpPr>
              <a:xfrm>
                <a:off x="483129" y="4981816"/>
                <a:ext cx="1872300" cy="1827389"/>
                <a:chOff x="1468392" y="3378297"/>
                <a:chExt cx="2102291" cy="2054400"/>
              </a:xfrm>
            </p:grpSpPr>
            <p:sp>
              <p:nvSpPr>
                <p:cNvPr id="104" name="Google Shape;104;p18"/>
                <p:cNvSpPr/>
                <p:nvPr/>
              </p:nvSpPr>
              <p:spPr>
                <a:xfrm>
                  <a:off x="1468392" y="3632113"/>
                  <a:ext cx="1758600" cy="1693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" name="Google Shape;105;p18"/>
                <p:cNvSpPr/>
                <p:nvPr/>
              </p:nvSpPr>
              <p:spPr>
                <a:xfrm>
                  <a:off x="1580521" y="3558597"/>
                  <a:ext cx="1758600" cy="1693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" name="Google Shape;106;p18"/>
                <p:cNvSpPr txBox="1"/>
                <p:nvPr/>
              </p:nvSpPr>
              <p:spPr>
                <a:xfrm>
                  <a:off x="1812083" y="3378297"/>
                  <a:ext cx="1758600" cy="2054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000"/>
                </a:p>
              </p:txBody>
            </p:sp>
          </p:grpSp>
          <p:sp>
            <p:nvSpPr>
              <p:cNvPr id="107" name="Google Shape;107;p18"/>
              <p:cNvSpPr txBox="1"/>
              <p:nvPr/>
            </p:nvSpPr>
            <p:spPr>
              <a:xfrm>
                <a:off x="451251" y="6358430"/>
                <a:ext cx="1829700" cy="59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aleway"/>
                    <a:ea typeface="Raleway"/>
                    <a:cs typeface="Raleway"/>
                    <a:sym typeface="Raleway"/>
                  </a:rPr>
                  <a:t>GOLD</a:t>
                </a:r>
                <a:endParaRPr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aleway"/>
                    <a:ea typeface="Raleway"/>
                    <a:cs typeface="Raleway"/>
                    <a:sym typeface="Raleway"/>
                  </a:rPr>
                  <a:t>gold</a:t>
                </a:r>
                <a:endParaRPr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sp>
          <p:nvSpPr>
            <p:cNvPr id="108" name="Google Shape;108;p18"/>
            <p:cNvSpPr/>
            <p:nvPr/>
          </p:nvSpPr>
          <p:spPr>
            <a:xfrm>
              <a:off x="1455288" y="4004663"/>
              <a:ext cx="76200" cy="95250"/>
            </a:xfrm>
            <a:custGeom>
              <a:rect b="b" l="l" r="r" t="t"/>
              <a:pathLst>
                <a:path extrusionOk="0" h="3810" w="3048">
                  <a:moveTo>
                    <a:pt x="0" y="3810"/>
                  </a:moveTo>
                  <a:cubicBezTo>
                    <a:pt x="976" y="2509"/>
                    <a:pt x="1898" y="1150"/>
                    <a:pt x="3048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9" name="Google Shape;109;p18"/>
            <p:cNvSpPr/>
            <p:nvPr/>
          </p:nvSpPr>
          <p:spPr>
            <a:xfrm>
              <a:off x="1493388" y="4138013"/>
              <a:ext cx="85725" cy="180975"/>
            </a:xfrm>
            <a:custGeom>
              <a:rect b="b" l="l" r="r" t="t"/>
              <a:pathLst>
                <a:path extrusionOk="0" h="7239" w="3429">
                  <a:moveTo>
                    <a:pt x="0" y="7239"/>
                  </a:moveTo>
                  <a:cubicBezTo>
                    <a:pt x="1279" y="4895"/>
                    <a:pt x="2781" y="2590"/>
                    <a:pt x="3429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0" name="Google Shape;110;p18"/>
            <p:cNvSpPr/>
            <p:nvPr/>
          </p:nvSpPr>
          <p:spPr>
            <a:xfrm>
              <a:off x="1541013" y="4347563"/>
              <a:ext cx="114300" cy="104775"/>
            </a:xfrm>
            <a:custGeom>
              <a:rect b="b" l="l" r="r" t="t"/>
              <a:pathLst>
                <a:path extrusionOk="0" h="4191" w="4572">
                  <a:moveTo>
                    <a:pt x="0" y="4191"/>
                  </a:moveTo>
                  <a:cubicBezTo>
                    <a:pt x="1694" y="3005"/>
                    <a:pt x="3647" y="1849"/>
                    <a:pt x="4572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1" name="Google Shape;111;p18"/>
            <p:cNvSpPr/>
            <p:nvPr/>
          </p:nvSpPr>
          <p:spPr>
            <a:xfrm>
              <a:off x="1693413" y="4423763"/>
              <a:ext cx="66675" cy="209550"/>
            </a:xfrm>
            <a:custGeom>
              <a:rect b="b" l="l" r="r" t="t"/>
              <a:pathLst>
                <a:path extrusionOk="0" h="8382" w="2667">
                  <a:moveTo>
                    <a:pt x="0" y="8382"/>
                  </a:moveTo>
                  <a:cubicBezTo>
                    <a:pt x="575" y="5507"/>
                    <a:pt x="1212" y="2546"/>
                    <a:pt x="2667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" name="Google Shape;112;p18"/>
            <p:cNvSpPr/>
            <p:nvPr/>
          </p:nvSpPr>
          <p:spPr>
            <a:xfrm>
              <a:off x="1826763" y="4557113"/>
              <a:ext cx="66675" cy="76200"/>
            </a:xfrm>
            <a:custGeom>
              <a:rect b="b" l="l" r="r" t="t"/>
              <a:pathLst>
                <a:path extrusionOk="0" h="3048" w="2667">
                  <a:moveTo>
                    <a:pt x="0" y="3048"/>
                  </a:moveTo>
                  <a:cubicBezTo>
                    <a:pt x="1334" y="1524"/>
                    <a:pt x="1334" y="1524"/>
                    <a:pt x="2667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3" name="Google Shape;113;p18"/>
            <p:cNvSpPr/>
            <p:nvPr/>
          </p:nvSpPr>
          <p:spPr>
            <a:xfrm>
              <a:off x="1941063" y="4652363"/>
              <a:ext cx="66675" cy="76200"/>
            </a:xfrm>
            <a:custGeom>
              <a:rect b="b" l="l" r="r" t="t"/>
              <a:pathLst>
                <a:path extrusionOk="0" h="3048" w="2667">
                  <a:moveTo>
                    <a:pt x="0" y="3048"/>
                  </a:moveTo>
                  <a:cubicBezTo>
                    <a:pt x="1334" y="1524"/>
                    <a:pt x="1334" y="1524"/>
                    <a:pt x="2667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4" name="Google Shape;114;p18"/>
            <p:cNvSpPr/>
            <p:nvPr/>
          </p:nvSpPr>
          <p:spPr>
            <a:xfrm>
              <a:off x="2112513" y="4699988"/>
              <a:ext cx="66675" cy="95250"/>
            </a:xfrm>
            <a:custGeom>
              <a:rect b="b" l="l" r="r" t="t"/>
              <a:pathLst>
                <a:path extrusionOk="0" h="3810" w="2667">
                  <a:moveTo>
                    <a:pt x="0" y="3810"/>
                  </a:moveTo>
                  <a:cubicBezTo>
                    <a:pt x="1334" y="1905"/>
                    <a:pt x="1334" y="1905"/>
                    <a:pt x="2667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" name="Google Shape;115;p18"/>
            <p:cNvSpPr/>
            <p:nvPr/>
          </p:nvSpPr>
          <p:spPr>
            <a:xfrm>
              <a:off x="1445763" y="3871313"/>
              <a:ext cx="95250" cy="85725"/>
            </a:xfrm>
            <a:custGeom>
              <a:rect b="b" l="l" r="r" t="t"/>
              <a:pathLst>
                <a:path extrusionOk="0" h="3429" w="3810">
                  <a:moveTo>
                    <a:pt x="0" y="3429"/>
                  </a:moveTo>
                  <a:cubicBezTo>
                    <a:pt x="1905" y="1715"/>
                    <a:pt x="1905" y="1715"/>
                    <a:pt x="3810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6" name="Google Shape;116;p18"/>
            <p:cNvSpPr/>
            <p:nvPr/>
          </p:nvSpPr>
          <p:spPr>
            <a:xfrm>
              <a:off x="1474338" y="3766538"/>
              <a:ext cx="47625" cy="57150"/>
            </a:xfrm>
            <a:custGeom>
              <a:rect b="b" l="l" r="r" t="t"/>
              <a:pathLst>
                <a:path extrusionOk="0" h="2286" w="1905">
                  <a:moveTo>
                    <a:pt x="0" y="2286"/>
                  </a:moveTo>
                  <a:cubicBezTo>
                    <a:pt x="953" y="1143"/>
                    <a:pt x="953" y="1143"/>
                    <a:pt x="190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7" name="Google Shape;117;p18"/>
            <p:cNvSpPr/>
            <p:nvPr/>
          </p:nvSpPr>
          <p:spPr>
            <a:xfrm>
              <a:off x="1445763" y="3614138"/>
              <a:ext cx="133350" cy="76200"/>
            </a:xfrm>
            <a:custGeom>
              <a:rect b="b" l="l" r="r" t="t"/>
              <a:pathLst>
                <a:path extrusionOk="0" h="3048" w="5334">
                  <a:moveTo>
                    <a:pt x="0" y="3048"/>
                  </a:moveTo>
                  <a:cubicBezTo>
                    <a:pt x="1943" y="2400"/>
                    <a:pt x="3886" y="1448"/>
                    <a:pt x="5334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8" name="Google Shape;118;p18"/>
            <p:cNvSpPr/>
            <p:nvPr/>
          </p:nvSpPr>
          <p:spPr>
            <a:xfrm>
              <a:off x="1560063" y="3461738"/>
              <a:ext cx="47625" cy="57150"/>
            </a:xfrm>
            <a:custGeom>
              <a:rect b="b" l="l" r="r" t="t"/>
              <a:pathLst>
                <a:path extrusionOk="0" h="2286" w="1905">
                  <a:moveTo>
                    <a:pt x="0" y="2286"/>
                  </a:moveTo>
                  <a:cubicBezTo>
                    <a:pt x="953" y="1143"/>
                    <a:pt x="953" y="1143"/>
                    <a:pt x="190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9" name="Google Shape;119;p18"/>
            <p:cNvSpPr/>
            <p:nvPr/>
          </p:nvSpPr>
          <p:spPr>
            <a:xfrm>
              <a:off x="2464938" y="4709513"/>
              <a:ext cx="9525" cy="38100"/>
            </a:xfrm>
            <a:custGeom>
              <a:rect b="b" l="l" r="r" t="t"/>
              <a:pathLst>
                <a:path extrusionOk="0" h="1524" w="381">
                  <a:moveTo>
                    <a:pt x="0" y="1524"/>
                  </a:moveTo>
                  <a:cubicBezTo>
                    <a:pt x="191" y="762"/>
                    <a:pt x="191" y="762"/>
                    <a:pt x="381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20" name="Google Shape;120;p18"/>
          <p:cNvSpPr txBox="1"/>
          <p:nvPr/>
        </p:nvSpPr>
        <p:spPr>
          <a:xfrm>
            <a:off x="4957115" y="3842703"/>
            <a:ext cx="27366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ゴールド</a:t>
            </a:r>
            <a:endParaRPr sz="1800"/>
          </a:p>
        </p:txBody>
      </p:sp>
      <p:sp>
        <p:nvSpPr>
          <p:cNvPr id="121" name="Google Shape;121;p18"/>
          <p:cNvSpPr txBox="1"/>
          <p:nvPr/>
        </p:nvSpPr>
        <p:spPr>
          <a:xfrm>
            <a:off x="4175488" y="4243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0">
                <a:solidFill>
                  <a:schemeClr val="dk1"/>
                </a:solidFill>
              </a:rPr>
              <a:t>金</a:t>
            </a:r>
            <a:endParaRPr sz="20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9"/>
          <p:cNvPicPr preferRelativeResize="0"/>
          <p:nvPr/>
        </p:nvPicPr>
        <p:blipFill rotWithShape="1">
          <a:blip r:embed="rId3">
            <a:alphaModFix/>
          </a:blip>
          <a:srcRect b="56570" l="55875" r="25334" t="25267"/>
          <a:stretch/>
        </p:blipFill>
        <p:spPr>
          <a:xfrm>
            <a:off x="3631127" y="-161450"/>
            <a:ext cx="3026056" cy="251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 rotWithShape="1">
          <a:blip r:embed="rId4">
            <a:alphaModFix/>
          </a:blip>
          <a:srcRect b="53906" l="25454" r="55756" t="27503"/>
          <a:stretch/>
        </p:blipFill>
        <p:spPr>
          <a:xfrm>
            <a:off x="5046375" y="2382614"/>
            <a:ext cx="2439075" cy="2117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 rotWithShape="1">
          <a:blip r:embed="rId5">
            <a:alphaModFix/>
          </a:blip>
          <a:srcRect b="-1345" l="-1434" r="84895" t="84946"/>
          <a:stretch/>
        </p:blipFill>
        <p:spPr>
          <a:xfrm>
            <a:off x="2509825" y="2295405"/>
            <a:ext cx="2146728" cy="186776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4033201" y="4670525"/>
            <a:ext cx="2261700" cy="10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4183522" y="4373961"/>
            <a:ext cx="3103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fish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FISH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フィシュ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/>
        </p:nvSpPr>
        <p:spPr>
          <a:xfrm>
            <a:off x="3005558" y="4615850"/>
            <a:ext cx="3934800" cy="8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pencil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PENCIL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ペンシル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ズ</a:t>
            </a:r>
            <a:endParaRPr b="1"/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782" y="0"/>
            <a:ext cx="5139943" cy="4377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287576">
            <a:off x="2525726" y="357132"/>
            <a:ext cx="2921293" cy="3936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/>
        </p:nvSpPr>
        <p:spPr>
          <a:xfrm>
            <a:off x="3518133" y="4308505"/>
            <a:ext cx="32883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dog</a:t>
            </a:r>
            <a:r>
              <a:rPr b="1" lang="en"/>
              <a:t>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DOG</a:t>
            </a:r>
            <a:r>
              <a:rPr b="1" lang="en" sz="1200"/>
              <a:t>S 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ドッグ</a:t>
            </a:r>
            <a:r>
              <a:rPr b="1" lang="en"/>
              <a:t>ズ</a:t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 rotWithShape="1">
          <a:blip r:embed="rId3">
            <a:alphaModFix/>
          </a:blip>
          <a:srcRect b="3424" l="64945" r="24239" t="84471"/>
          <a:stretch/>
        </p:blipFill>
        <p:spPr>
          <a:xfrm>
            <a:off x="5188077" y="2305481"/>
            <a:ext cx="1790853" cy="2060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3253" y="1012643"/>
            <a:ext cx="3206166" cy="3295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/>
          <p:cNvPicPr preferRelativeResize="0"/>
          <p:nvPr/>
        </p:nvPicPr>
        <p:blipFill rotWithShape="1">
          <a:blip r:embed="rId5">
            <a:alphaModFix/>
          </a:blip>
          <a:srcRect b="3424" l="3233" r="83918" t="84471"/>
          <a:stretch/>
        </p:blipFill>
        <p:spPr>
          <a:xfrm>
            <a:off x="3103078" y="333177"/>
            <a:ext cx="1316390" cy="124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 rotWithShape="1">
          <a:blip r:embed="rId6">
            <a:alphaModFix/>
          </a:blip>
          <a:srcRect b="3424" l="22210" r="64240" t="84471"/>
          <a:stretch/>
        </p:blipFill>
        <p:spPr>
          <a:xfrm flipH="1">
            <a:off x="4946252" y="-88104"/>
            <a:ext cx="2274501" cy="2088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