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Raleway-bold.fntdata"/><Relationship Id="rId10" Type="http://schemas.openxmlformats.org/officeDocument/2006/relationships/slide" Target="slides/slide6.xml"/><Relationship Id="rId21" Type="http://schemas.openxmlformats.org/officeDocument/2006/relationships/font" Target="fonts/Raleway-regular.fntdata"/><Relationship Id="rId13" Type="http://schemas.openxmlformats.org/officeDocument/2006/relationships/slide" Target="slides/slide9.xml"/><Relationship Id="rId24" Type="http://schemas.openxmlformats.org/officeDocument/2006/relationships/font" Target="fonts/Raleway-boldItalic.fntdata"/><Relationship Id="rId12" Type="http://schemas.openxmlformats.org/officeDocument/2006/relationships/slide" Target="slides/slide8.xml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40a35ac79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40a35ac79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40a35ac79_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40a35ac79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40a35ac79_0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40a35ac79_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40a35ac79_0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40a35ac79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a35ac79_0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40a35ac79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40a35ac79_0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40a35ac79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0a35ac79_0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0a35ac79_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0a35ac79_0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0a35ac79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0a35ac79_0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0a35ac79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0a35ac79_0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40a35ac79_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368bf9f0_1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368bf9f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4368bf9f0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4368bf9f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368bf9f0_1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4368bf9f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0a35ac79_01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0a35ac79_0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0a35ac79_01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0a35ac79_0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685800" y="1583342"/>
            <a:ext cx="7772400" cy="1159856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85800" y="2840054"/>
            <a:ext cx="7772400" cy="7847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2" type="body"/>
          </p:nvPr>
        </p:nvSpPr>
        <p:spPr>
          <a:xfrm>
            <a:off x="4692274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" type="body"/>
          </p:nvPr>
        </p:nvSpPr>
        <p:spPr>
          <a:xfrm>
            <a:off x="457200" y="4406309"/>
            <a:ext cx="8229600" cy="5195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25.gif"/><Relationship Id="rId6" Type="http://schemas.openxmlformats.org/officeDocument/2006/relationships/image" Target="../media/image22.png"/><Relationship Id="rId7" Type="http://schemas.openxmlformats.org/officeDocument/2006/relationships/image" Target="../media/image2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Relationship Id="rId4" Type="http://schemas.openxmlformats.org/officeDocument/2006/relationships/image" Target="../media/image18.jp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558600" y="5"/>
            <a:ext cx="8026800" cy="495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latin typeface="Droid Sans"/>
                <a:ea typeface="Droid Sans"/>
                <a:cs typeface="Droid Sans"/>
                <a:sym typeface="Droid Sans"/>
              </a:rPr>
              <a:t>ITEMS</a:t>
            </a:r>
            <a:endParaRPr sz="150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latin typeface="Droid Sans"/>
                <a:ea typeface="Droid Sans"/>
                <a:cs typeface="Droid Sans"/>
                <a:sym typeface="Droid Sans"/>
              </a:rPr>
              <a:t>items</a:t>
            </a:r>
            <a:endParaRPr sz="15000"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685800" y="2840054"/>
            <a:ext cx="7772400" cy="7847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9"/>
          <p:cNvPicPr preferRelativeResize="0"/>
          <p:nvPr/>
        </p:nvPicPr>
        <p:blipFill rotWithShape="1">
          <a:blip r:embed="rId3">
            <a:alphaModFix/>
          </a:blip>
          <a:srcRect b="11945" l="18801" r="14952" t="12504"/>
          <a:stretch/>
        </p:blipFill>
        <p:spPr>
          <a:xfrm>
            <a:off x="1145775" y="682025"/>
            <a:ext cx="2941225" cy="313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4073" y="470475"/>
            <a:ext cx="3282850" cy="33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0"/>
          <p:cNvPicPr preferRelativeResize="0"/>
          <p:nvPr/>
        </p:nvPicPr>
        <p:blipFill rotWithShape="1">
          <a:blip r:embed="rId3">
            <a:alphaModFix/>
          </a:blip>
          <a:srcRect b="8341" l="14495" r="15785" t="8082"/>
          <a:stretch/>
        </p:blipFill>
        <p:spPr>
          <a:xfrm>
            <a:off x="3795324" y="388600"/>
            <a:ext cx="3564275" cy="40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0200" y="117950"/>
            <a:ext cx="2781850" cy="37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962" y="74163"/>
            <a:ext cx="5124070" cy="499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/>
        </p:nvSpPr>
        <p:spPr>
          <a:xfrm>
            <a:off x="376750" y="98275"/>
            <a:ext cx="89766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latin typeface="Raleway"/>
                <a:ea typeface="Raleway"/>
                <a:cs typeface="Raleway"/>
                <a:sym typeface="Raleway"/>
              </a:rPr>
              <a:t>A  B  C  D</a:t>
            </a:r>
            <a:endParaRPr sz="150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" name="Google Shape;51;p12"/>
          <p:cNvSpPr txBox="1"/>
          <p:nvPr/>
        </p:nvSpPr>
        <p:spPr>
          <a:xfrm>
            <a:off x="573325" y="2489850"/>
            <a:ext cx="90462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latin typeface="Raleway"/>
                <a:ea typeface="Raleway"/>
                <a:cs typeface="Raleway"/>
                <a:sym typeface="Raleway"/>
              </a:rPr>
              <a:t>E  F  G  H</a:t>
            </a:r>
            <a:endParaRPr sz="150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1415" l="22989" r="48506" t="65676"/>
          <a:stretch/>
        </p:blipFill>
        <p:spPr>
          <a:xfrm>
            <a:off x="2953322" y="583651"/>
            <a:ext cx="3555553" cy="373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35601" l="3121" r="76357" t="35968"/>
          <a:stretch/>
        </p:blipFill>
        <p:spPr>
          <a:xfrm>
            <a:off x="6251300" y="408993"/>
            <a:ext cx="3128675" cy="3946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925" y="617974"/>
            <a:ext cx="3128674" cy="373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65360" l="0" r="71495" t="1731"/>
          <a:stretch/>
        </p:blipFill>
        <p:spPr>
          <a:xfrm>
            <a:off x="0" y="1057674"/>
            <a:ext cx="3471425" cy="333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69317" l="28984" r="49757" t="6269"/>
          <a:stretch/>
        </p:blipFill>
        <p:spPr>
          <a:xfrm>
            <a:off x="3194200" y="1141675"/>
            <a:ext cx="3327400" cy="34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7098" y="1232170"/>
            <a:ext cx="2983849" cy="298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9" y="168602"/>
            <a:ext cx="4097375" cy="23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213" y="1974074"/>
            <a:ext cx="3815350" cy="381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5">
            <a:alphaModFix/>
          </a:blip>
          <a:srcRect b="0" l="0" r="25628" t="24885"/>
          <a:stretch/>
        </p:blipFill>
        <p:spPr>
          <a:xfrm>
            <a:off x="4825675" y="60113"/>
            <a:ext cx="5002675" cy="52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10" l="11514" r="9839" t="0"/>
          <a:stretch/>
        </p:blipFill>
        <p:spPr>
          <a:xfrm>
            <a:off x="2054276" y="1703962"/>
            <a:ext cx="1423709" cy="18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8800" y="1548089"/>
            <a:ext cx="1962300" cy="20473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16"/>
          <p:cNvGrpSpPr/>
          <p:nvPr/>
        </p:nvGrpSpPr>
        <p:grpSpPr>
          <a:xfrm>
            <a:off x="71157" y="1130738"/>
            <a:ext cx="3758183" cy="2672492"/>
            <a:chOff x="4210300" y="604850"/>
            <a:chExt cx="2624613" cy="1743081"/>
          </a:xfrm>
        </p:grpSpPr>
        <p:sp>
          <p:nvSpPr>
            <p:cNvPr id="80" name="Google Shape;80;p16"/>
            <p:cNvSpPr/>
            <p:nvPr/>
          </p:nvSpPr>
          <p:spPr>
            <a:xfrm>
              <a:off x="6501313" y="661800"/>
              <a:ext cx="333600" cy="1676400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" name="Google Shape;81;p16"/>
            <p:cNvSpPr/>
            <p:nvPr/>
          </p:nvSpPr>
          <p:spPr>
            <a:xfrm>
              <a:off x="4324350" y="662000"/>
              <a:ext cx="2186000" cy="35300"/>
            </a:xfrm>
            <a:custGeom>
              <a:rect b="b" l="l" r="r" t="t"/>
              <a:pathLst>
                <a:path extrusionOk="0" h="1412" w="87440">
                  <a:moveTo>
                    <a:pt x="0" y="0"/>
                  </a:moveTo>
                  <a:cubicBezTo>
                    <a:pt x="20515" y="1574"/>
                    <a:pt x="41187" y="1858"/>
                    <a:pt x="61722" y="571"/>
                  </a:cubicBezTo>
                  <a:cubicBezTo>
                    <a:pt x="70279" y="35"/>
                    <a:pt x="79124" y="2275"/>
                    <a:pt x="87440" y="19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2" name="Google Shape;82;p16"/>
            <p:cNvSpPr/>
            <p:nvPr/>
          </p:nvSpPr>
          <p:spPr>
            <a:xfrm>
              <a:off x="4576775" y="2285181"/>
              <a:ext cx="2190750" cy="62750"/>
            </a:xfrm>
            <a:custGeom>
              <a:rect b="b" l="l" r="r" t="t"/>
              <a:pathLst>
                <a:path extrusionOk="0" h="2510" w="87630">
                  <a:moveTo>
                    <a:pt x="0" y="2510"/>
                  </a:moveTo>
                  <a:cubicBezTo>
                    <a:pt x="12531" y="-1672"/>
                    <a:pt x="26414" y="1748"/>
                    <a:pt x="39624" y="1748"/>
                  </a:cubicBezTo>
                  <a:cubicBezTo>
                    <a:pt x="55626" y="1748"/>
                    <a:pt x="72108" y="-2143"/>
                    <a:pt x="87630" y="1748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" name="Google Shape;83;p16"/>
            <p:cNvSpPr/>
            <p:nvPr/>
          </p:nvSpPr>
          <p:spPr>
            <a:xfrm>
              <a:off x="4310288" y="661800"/>
              <a:ext cx="333600" cy="1676400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" name="Google Shape;84;p16"/>
            <p:cNvSpPr/>
            <p:nvPr/>
          </p:nvSpPr>
          <p:spPr>
            <a:xfrm>
              <a:off x="4210300" y="604850"/>
              <a:ext cx="333600" cy="1709593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5" name="Google Shape;85;p16"/>
            <p:cNvSpPr/>
            <p:nvPr/>
          </p:nvSpPr>
          <p:spPr>
            <a:xfrm>
              <a:off x="4476750" y="2298721"/>
              <a:ext cx="61925" cy="11100"/>
            </a:xfrm>
            <a:custGeom>
              <a:rect b="b" l="l" r="r" t="t"/>
              <a:pathLst>
                <a:path extrusionOk="0" h="444" w="2477">
                  <a:moveTo>
                    <a:pt x="0" y="444"/>
                  </a:moveTo>
                  <a:cubicBezTo>
                    <a:pt x="783" y="183"/>
                    <a:pt x="2477" y="-382"/>
                    <a:pt x="2477" y="444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6" name="Google Shape;86;p16"/>
            <p:cNvSpPr/>
            <p:nvPr/>
          </p:nvSpPr>
          <p:spPr>
            <a:xfrm>
              <a:off x="4210300" y="604850"/>
              <a:ext cx="2186000" cy="35300"/>
            </a:xfrm>
            <a:custGeom>
              <a:rect b="b" l="l" r="r" t="t"/>
              <a:pathLst>
                <a:path extrusionOk="0" h="1412" w="87440">
                  <a:moveTo>
                    <a:pt x="0" y="0"/>
                  </a:moveTo>
                  <a:cubicBezTo>
                    <a:pt x="20515" y="1574"/>
                    <a:pt x="41187" y="1858"/>
                    <a:pt x="61722" y="571"/>
                  </a:cubicBezTo>
                  <a:cubicBezTo>
                    <a:pt x="70279" y="35"/>
                    <a:pt x="79124" y="2275"/>
                    <a:pt x="87440" y="19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7" name="Google Shape;87;p16"/>
            <p:cNvSpPr/>
            <p:nvPr/>
          </p:nvSpPr>
          <p:spPr>
            <a:xfrm>
              <a:off x="6386525" y="614375"/>
              <a:ext cx="38100" cy="52375"/>
            </a:xfrm>
            <a:custGeom>
              <a:rect b="b" l="l" r="r" t="t"/>
              <a:pathLst>
                <a:path extrusionOk="0" h="2095" w="1524">
                  <a:moveTo>
                    <a:pt x="0" y="0"/>
                  </a:moveTo>
                  <a:cubicBezTo>
                    <a:pt x="703" y="502"/>
                    <a:pt x="1382" y="1243"/>
                    <a:pt x="1524" y="209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8" name="Google Shape;88;p16"/>
          <p:cNvGrpSpPr/>
          <p:nvPr/>
        </p:nvGrpSpPr>
        <p:grpSpPr>
          <a:xfrm>
            <a:off x="4759919" y="1023905"/>
            <a:ext cx="4259221" cy="2761041"/>
            <a:chOff x="4210300" y="604850"/>
            <a:chExt cx="2624613" cy="1743081"/>
          </a:xfrm>
        </p:grpSpPr>
        <p:sp>
          <p:nvSpPr>
            <p:cNvPr id="89" name="Google Shape;89;p16"/>
            <p:cNvSpPr/>
            <p:nvPr/>
          </p:nvSpPr>
          <p:spPr>
            <a:xfrm>
              <a:off x="6501313" y="661800"/>
              <a:ext cx="333600" cy="1676400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0" name="Google Shape;90;p16"/>
            <p:cNvSpPr/>
            <p:nvPr/>
          </p:nvSpPr>
          <p:spPr>
            <a:xfrm>
              <a:off x="4324350" y="662000"/>
              <a:ext cx="2186000" cy="35300"/>
            </a:xfrm>
            <a:custGeom>
              <a:rect b="b" l="l" r="r" t="t"/>
              <a:pathLst>
                <a:path extrusionOk="0" h="1412" w="87440">
                  <a:moveTo>
                    <a:pt x="0" y="0"/>
                  </a:moveTo>
                  <a:cubicBezTo>
                    <a:pt x="20515" y="1574"/>
                    <a:pt x="41187" y="1858"/>
                    <a:pt x="61722" y="571"/>
                  </a:cubicBezTo>
                  <a:cubicBezTo>
                    <a:pt x="70279" y="35"/>
                    <a:pt x="79124" y="2275"/>
                    <a:pt x="87440" y="19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1" name="Google Shape;91;p16"/>
            <p:cNvSpPr/>
            <p:nvPr/>
          </p:nvSpPr>
          <p:spPr>
            <a:xfrm>
              <a:off x="4576775" y="2285181"/>
              <a:ext cx="2190750" cy="62750"/>
            </a:xfrm>
            <a:custGeom>
              <a:rect b="b" l="l" r="r" t="t"/>
              <a:pathLst>
                <a:path extrusionOk="0" h="2510" w="87630">
                  <a:moveTo>
                    <a:pt x="0" y="2510"/>
                  </a:moveTo>
                  <a:cubicBezTo>
                    <a:pt x="12531" y="-1672"/>
                    <a:pt x="26414" y="1748"/>
                    <a:pt x="39624" y="1748"/>
                  </a:cubicBezTo>
                  <a:cubicBezTo>
                    <a:pt x="55626" y="1748"/>
                    <a:pt x="72108" y="-2143"/>
                    <a:pt x="87630" y="1748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2" name="Google Shape;92;p16"/>
            <p:cNvSpPr/>
            <p:nvPr/>
          </p:nvSpPr>
          <p:spPr>
            <a:xfrm>
              <a:off x="4310288" y="661800"/>
              <a:ext cx="333600" cy="1676400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3" name="Google Shape;93;p16"/>
            <p:cNvSpPr/>
            <p:nvPr/>
          </p:nvSpPr>
          <p:spPr>
            <a:xfrm>
              <a:off x="4210300" y="604850"/>
              <a:ext cx="333600" cy="1709593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4" name="Google Shape;94;p16"/>
            <p:cNvSpPr/>
            <p:nvPr/>
          </p:nvSpPr>
          <p:spPr>
            <a:xfrm>
              <a:off x="4476750" y="2298721"/>
              <a:ext cx="61925" cy="11100"/>
            </a:xfrm>
            <a:custGeom>
              <a:rect b="b" l="l" r="r" t="t"/>
              <a:pathLst>
                <a:path extrusionOk="0" h="444" w="2477">
                  <a:moveTo>
                    <a:pt x="0" y="444"/>
                  </a:moveTo>
                  <a:cubicBezTo>
                    <a:pt x="783" y="183"/>
                    <a:pt x="2477" y="-382"/>
                    <a:pt x="2477" y="444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5" name="Google Shape;95;p16"/>
            <p:cNvSpPr/>
            <p:nvPr/>
          </p:nvSpPr>
          <p:spPr>
            <a:xfrm>
              <a:off x="4210300" y="604850"/>
              <a:ext cx="2186000" cy="35300"/>
            </a:xfrm>
            <a:custGeom>
              <a:rect b="b" l="l" r="r" t="t"/>
              <a:pathLst>
                <a:path extrusionOk="0" h="1412" w="87440">
                  <a:moveTo>
                    <a:pt x="0" y="0"/>
                  </a:moveTo>
                  <a:cubicBezTo>
                    <a:pt x="20515" y="1574"/>
                    <a:pt x="41187" y="1858"/>
                    <a:pt x="61722" y="571"/>
                  </a:cubicBezTo>
                  <a:cubicBezTo>
                    <a:pt x="70279" y="35"/>
                    <a:pt x="79124" y="2275"/>
                    <a:pt x="87440" y="19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" name="Google Shape;96;p16"/>
            <p:cNvSpPr/>
            <p:nvPr/>
          </p:nvSpPr>
          <p:spPr>
            <a:xfrm>
              <a:off x="6386525" y="614375"/>
              <a:ext cx="38100" cy="52375"/>
            </a:xfrm>
            <a:custGeom>
              <a:rect b="b" l="l" r="r" t="t"/>
              <a:pathLst>
                <a:path extrusionOk="0" h="2095" w="1524">
                  <a:moveTo>
                    <a:pt x="0" y="0"/>
                  </a:moveTo>
                  <a:cubicBezTo>
                    <a:pt x="703" y="502"/>
                    <a:pt x="1382" y="1243"/>
                    <a:pt x="1524" y="209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97" name="Google Shape;97;p16"/>
          <p:cNvSpPr txBox="1"/>
          <p:nvPr/>
        </p:nvSpPr>
        <p:spPr>
          <a:xfrm>
            <a:off x="4852325" y="3595400"/>
            <a:ext cx="4210800" cy="11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ドル  (アメリカ) </a:t>
            </a:r>
            <a:endParaRPr sz="5000"/>
          </a:p>
        </p:txBody>
      </p:sp>
      <p:sp>
        <p:nvSpPr>
          <p:cNvPr id="98" name="Google Shape;98;p16"/>
          <p:cNvSpPr txBox="1"/>
          <p:nvPr/>
        </p:nvSpPr>
        <p:spPr>
          <a:xfrm>
            <a:off x="7100820" y="3125322"/>
            <a:ext cx="19623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USD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7"/>
          <p:cNvGrpSpPr/>
          <p:nvPr/>
        </p:nvGrpSpPr>
        <p:grpSpPr>
          <a:xfrm>
            <a:off x="582151" y="185"/>
            <a:ext cx="2546612" cy="2394428"/>
            <a:chOff x="411451" y="4981816"/>
            <a:chExt cx="1943979" cy="1827389"/>
          </a:xfrm>
        </p:grpSpPr>
        <p:grpSp>
          <p:nvGrpSpPr>
            <p:cNvPr id="104" name="Google Shape;104;p17"/>
            <p:cNvGrpSpPr/>
            <p:nvPr/>
          </p:nvGrpSpPr>
          <p:grpSpPr>
            <a:xfrm>
              <a:off x="483129" y="4981816"/>
              <a:ext cx="1872300" cy="1827389"/>
              <a:chOff x="1468392" y="3378297"/>
              <a:chExt cx="2102291" cy="2054400"/>
            </a:xfrm>
          </p:grpSpPr>
          <p:sp>
            <p:nvSpPr>
              <p:cNvPr id="105" name="Google Shape;105;p17"/>
              <p:cNvSpPr/>
              <p:nvPr/>
            </p:nvSpPr>
            <p:spPr>
              <a:xfrm>
                <a:off x="1468392" y="3632113"/>
                <a:ext cx="1758600" cy="16938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7"/>
              <p:cNvSpPr/>
              <p:nvPr/>
            </p:nvSpPr>
            <p:spPr>
              <a:xfrm>
                <a:off x="1580521" y="3558597"/>
                <a:ext cx="1758600" cy="16938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7"/>
              <p:cNvSpPr txBox="1"/>
              <p:nvPr/>
            </p:nvSpPr>
            <p:spPr>
              <a:xfrm>
                <a:off x="1812083" y="3378297"/>
                <a:ext cx="1758600" cy="20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0"/>
                  <a:t>銀</a:t>
                </a:r>
                <a:endParaRPr sz="11000"/>
              </a:p>
            </p:txBody>
          </p:sp>
        </p:grpSp>
        <p:sp>
          <p:nvSpPr>
            <p:cNvPr id="108" name="Google Shape;108;p17"/>
            <p:cNvSpPr txBox="1"/>
            <p:nvPr/>
          </p:nvSpPr>
          <p:spPr>
            <a:xfrm>
              <a:off x="411451" y="6107617"/>
              <a:ext cx="1829700" cy="47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aleway"/>
                  <a:ea typeface="Raleway"/>
                  <a:cs typeface="Raleway"/>
                  <a:sym typeface="Raleway"/>
                </a:rPr>
                <a:t>SILVER </a:t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aleway"/>
                  <a:ea typeface="Raleway"/>
                  <a:cs typeface="Raleway"/>
                  <a:sym typeface="Raleway"/>
                </a:rPr>
                <a:t>silver</a:t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09" name="Google Shape;109;p17"/>
          <p:cNvSpPr/>
          <p:nvPr/>
        </p:nvSpPr>
        <p:spPr>
          <a:xfrm>
            <a:off x="741416" y="1329165"/>
            <a:ext cx="83386" cy="110357"/>
          </a:xfrm>
          <a:custGeom>
            <a:rect b="b" l="l" r="r" t="t"/>
            <a:pathLst>
              <a:path extrusionOk="0" h="3810" w="3048">
                <a:moveTo>
                  <a:pt x="0" y="3810"/>
                </a:moveTo>
                <a:cubicBezTo>
                  <a:pt x="976" y="2509"/>
                  <a:pt x="1898" y="1150"/>
                  <a:pt x="3048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" name="Google Shape;110;p17"/>
          <p:cNvSpPr/>
          <p:nvPr/>
        </p:nvSpPr>
        <p:spPr>
          <a:xfrm>
            <a:off x="783110" y="1483664"/>
            <a:ext cx="93809" cy="209678"/>
          </a:xfrm>
          <a:custGeom>
            <a:rect b="b" l="l" r="r" t="t"/>
            <a:pathLst>
              <a:path extrusionOk="0" h="7239" w="3429">
                <a:moveTo>
                  <a:pt x="0" y="7239"/>
                </a:moveTo>
                <a:cubicBezTo>
                  <a:pt x="1279" y="4895"/>
                  <a:pt x="2781" y="2590"/>
                  <a:pt x="3429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" name="Google Shape;111;p17"/>
          <p:cNvSpPr/>
          <p:nvPr/>
        </p:nvSpPr>
        <p:spPr>
          <a:xfrm>
            <a:off x="835229" y="1726449"/>
            <a:ext cx="125078" cy="121392"/>
          </a:xfrm>
          <a:custGeom>
            <a:rect b="b" l="l" r="r" t="t"/>
            <a:pathLst>
              <a:path extrusionOk="0" h="4191" w="4572">
                <a:moveTo>
                  <a:pt x="0" y="4191"/>
                </a:moveTo>
                <a:cubicBezTo>
                  <a:pt x="1694" y="3005"/>
                  <a:pt x="3647" y="1849"/>
                  <a:pt x="4572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2" name="Google Shape;112;p17"/>
          <p:cNvSpPr/>
          <p:nvPr/>
        </p:nvSpPr>
        <p:spPr>
          <a:xfrm>
            <a:off x="1002007" y="1814734"/>
            <a:ext cx="72962" cy="242785"/>
          </a:xfrm>
          <a:custGeom>
            <a:rect b="b" l="l" r="r" t="t"/>
            <a:pathLst>
              <a:path extrusionOk="0" h="8382" w="2667">
                <a:moveTo>
                  <a:pt x="0" y="8382"/>
                </a:moveTo>
                <a:cubicBezTo>
                  <a:pt x="575" y="5507"/>
                  <a:pt x="1212" y="2546"/>
                  <a:pt x="2667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" name="Google Shape;113;p17"/>
          <p:cNvSpPr/>
          <p:nvPr/>
        </p:nvSpPr>
        <p:spPr>
          <a:xfrm>
            <a:off x="1147938" y="1969234"/>
            <a:ext cx="72962" cy="88285"/>
          </a:xfrm>
          <a:custGeom>
            <a:rect b="b" l="l" r="r" t="t"/>
            <a:pathLst>
              <a:path extrusionOk="0" h="3048" w="2667">
                <a:moveTo>
                  <a:pt x="0" y="3048"/>
                </a:moveTo>
                <a:cubicBezTo>
                  <a:pt x="1334" y="1524"/>
                  <a:pt x="1334" y="1524"/>
                  <a:pt x="2667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4" name="Google Shape;114;p17"/>
          <p:cNvSpPr/>
          <p:nvPr/>
        </p:nvSpPr>
        <p:spPr>
          <a:xfrm>
            <a:off x="1273022" y="2079590"/>
            <a:ext cx="72962" cy="88285"/>
          </a:xfrm>
          <a:custGeom>
            <a:rect b="b" l="l" r="r" t="t"/>
            <a:pathLst>
              <a:path extrusionOk="0" h="3048" w="2667">
                <a:moveTo>
                  <a:pt x="0" y="3048"/>
                </a:moveTo>
                <a:cubicBezTo>
                  <a:pt x="1334" y="1524"/>
                  <a:pt x="1334" y="1524"/>
                  <a:pt x="2667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5" name="Google Shape;115;p17"/>
          <p:cNvSpPr/>
          <p:nvPr/>
        </p:nvSpPr>
        <p:spPr>
          <a:xfrm>
            <a:off x="1460648" y="2134769"/>
            <a:ext cx="72962" cy="110357"/>
          </a:xfrm>
          <a:custGeom>
            <a:rect b="b" l="l" r="r" t="t"/>
            <a:pathLst>
              <a:path extrusionOk="0" h="3810" w="2667">
                <a:moveTo>
                  <a:pt x="0" y="3810"/>
                </a:moveTo>
                <a:cubicBezTo>
                  <a:pt x="1334" y="1905"/>
                  <a:pt x="1334" y="1905"/>
                  <a:pt x="2667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Google Shape;116;p17"/>
          <p:cNvSpPr/>
          <p:nvPr/>
        </p:nvSpPr>
        <p:spPr>
          <a:xfrm>
            <a:off x="730992" y="1174666"/>
            <a:ext cx="104232" cy="99321"/>
          </a:xfrm>
          <a:custGeom>
            <a:rect b="b" l="l" r="r" t="t"/>
            <a:pathLst>
              <a:path extrusionOk="0" h="3429" w="3810">
                <a:moveTo>
                  <a:pt x="0" y="3429"/>
                </a:moveTo>
                <a:cubicBezTo>
                  <a:pt x="1905" y="1715"/>
                  <a:pt x="1905" y="1715"/>
                  <a:pt x="3810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7" name="Google Shape;117;p17"/>
          <p:cNvSpPr/>
          <p:nvPr/>
        </p:nvSpPr>
        <p:spPr>
          <a:xfrm>
            <a:off x="762263" y="1053274"/>
            <a:ext cx="52116" cy="66214"/>
          </a:xfrm>
          <a:custGeom>
            <a:rect b="b" l="l" r="r" t="t"/>
            <a:pathLst>
              <a:path extrusionOk="0" h="2286" w="1905">
                <a:moveTo>
                  <a:pt x="0" y="2286"/>
                </a:moveTo>
                <a:cubicBezTo>
                  <a:pt x="953" y="1143"/>
                  <a:pt x="953" y="1143"/>
                  <a:pt x="1905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8" name="Google Shape;118;p17"/>
          <p:cNvSpPr/>
          <p:nvPr/>
        </p:nvSpPr>
        <p:spPr>
          <a:xfrm>
            <a:off x="730992" y="876703"/>
            <a:ext cx="145925" cy="88285"/>
          </a:xfrm>
          <a:custGeom>
            <a:rect b="b" l="l" r="r" t="t"/>
            <a:pathLst>
              <a:path extrusionOk="0" h="3048" w="5334">
                <a:moveTo>
                  <a:pt x="0" y="3048"/>
                </a:moveTo>
                <a:cubicBezTo>
                  <a:pt x="1943" y="2400"/>
                  <a:pt x="3886" y="1448"/>
                  <a:pt x="5334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" name="Google Shape;119;p17"/>
          <p:cNvSpPr/>
          <p:nvPr/>
        </p:nvSpPr>
        <p:spPr>
          <a:xfrm>
            <a:off x="856076" y="700132"/>
            <a:ext cx="52116" cy="66214"/>
          </a:xfrm>
          <a:custGeom>
            <a:rect b="b" l="l" r="r" t="t"/>
            <a:pathLst>
              <a:path extrusionOk="0" h="2286" w="1905">
                <a:moveTo>
                  <a:pt x="0" y="2286"/>
                </a:moveTo>
                <a:cubicBezTo>
                  <a:pt x="953" y="1143"/>
                  <a:pt x="953" y="1143"/>
                  <a:pt x="1905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0" name="Google Shape;120;p17"/>
          <p:cNvSpPr/>
          <p:nvPr/>
        </p:nvSpPr>
        <p:spPr>
          <a:xfrm>
            <a:off x="1846323" y="2145804"/>
            <a:ext cx="10423" cy="44143"/>
          </a:xfrm>
          <a:custGeom>
            <a:rect b="b" l="l" r="r" t="t"/>
            <a:pathLst>
              <a:path extrusionOk="0" h="1524" w="381">
                <a:moveTo>
                  <a:pt x="0" y="1524"/>
                </a:moveTo>
                <a:cubicBezTo>
                  <a:pt x="191" y="762"/>
                  <a:pt x="191" y="762"/>
                  <a:pt x="381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21" name="Google Shape;121;p17"/>
          <p:cNvGrpSpPr/>
          <p:nvPr/>
        </p:nvGrpSpPr>
        <p:grpSpPr>
          <a:xfrm>
            <a:off x="582062" y="2749331"/>
            <a:ext cx="2546374" cy="2394356"/>
            <a:chOff x="1309729" y="2857435"/>
            <a:chExt cx="2326943" cy="2066594"/>
          </a:xfrm>
        </p:grpSpPr>
        <p:grpSp>
          <p:nvGrpSpPr>
            <p:cNvPr id="122" name="Google Shape;122;p17"/>
            <p:cNvGrpSpPr/>
            <p:nvPr/>
          </p:nvGrpSpPr>
          <p:grpSpPr>
            <a:xfrm>
              <a:off x="1309729" y="2857435"/>
              <a:ext cx="2326943" cy="2066594"/>
              <a:chOff x="411451" y="4981816"/>
              <a:chExt cx="1943979" cy="1827389"/>
            </a:xfrm>
          </p:grpSpPr>
          <p:grpSp>
            <p:nvGrpSpPr>
              <p:cNvPr id="123" name="Google Shape;123;p17"/>
              <p:cNvGrpSpPr/>
              <p:nvPr/>
            </p:nvGrpSpPr>
            <p:grpSpPr>
              <a:xfrm>
                <a:off x="483129" y="4981816"/>
                <a:ext cx="1872300" cy="1827389"/>
                <a:chOff x="1468392" y="3378297"/>
                <a:chExt cx="2102291" cy="2054400"/>
              </a:xfrm>
            </p:grpSpPr>
            <p:sp>
              <p:nvSpPr>
                <p:cNvPr id="124" name="Google Shape;124;p17"/>
                <p:cNvSpPr/>
                <p:nvPr/>
              </p:nvSpPr>
              <p:spPr>
                <a:xfrm>
                  <a:off x="1468392" y="3632113"/>
                  <a:ext cx="1758600" cy="1693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" name="Google Shape;125;p17"/>
                <p:cNvSpPr/>
                <p:nvPr/>
              </p:nvSpPr>
              <p:spPr>
                <a:xfrm>
                  <a:off x="1580521" y="3558597"/>
                  <a:ext cx="1758600" cy="1693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" name="Google Shape;126;p17"/>
                <p:cNvSpPr txBox="1"/>
                <p:nvPr/>
              </p:nvSpPr>
              <p:spPr>
                <a:xfrm>
                  <a:off x="1812083" y="3378297"/>
                  <a:ext cx="1758600" cy="205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0"/>
                    <a:t>金</a:t>
                  </a:r>
                  <a:endParaRPr sz="11000"/>
                </a:p>
              </p:txBody>
            </p:sp>
          </p:grpSp>
          <p:sp>
            <p:nvSpPr>
              <p:cNvPr id="127" name="Google Shape;127;p17"/>
              <p:cNvSpPr txBox="1"/>
              <p:nvPr/>
            </p:nvSpPr>
            <p:spPr>
              <a:xfrm>
                <a:off x="411451" y="6107617"/>
                <a:ext cx="1829700" cy="47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aleway"/>
                    <a:ea typeface="Raleway"/>
                    <a:cs typeface="Raleway"/>
                    <a:sym typeface="Raleway"/>
                  </a:rPr>
                  <a:t>GOLD</a:t>
                </a:r>
                <a:endParaRPr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aleway"/>
                    <a:ea typeface="Raleway"/>
                    <a:cs typeface="Raleway"/>
                    <a:sym typeface="Raleway"/>
                  </a:rPr>
                  <a:t>gold</a:t>
                </a:r>
                <a:endParaRPr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128" name="Google Shape;128;p17"/>
            <p:cNvSpPr/>
            <p:nvPr/>
          </p:nvSpPr>
          <p:spPr>
            <a:xfrm>
              <a:off x="1455288" y="4004663"/>
              <a:ext cx="76200" cy="95250"/>
            </a:xfrm>
            <a:custGeom>
              <a:rect b="b" l="l" r="r" t="t"/>
              <a:pathLst>
                <a:path extrusionOk="0" h="3810" w="3048">
                  <a:moveTo>
                    <a:pt x="0" y="3810"/>
                  </a:moveTo>
                  <a:cubicBezTo>
                    <a:pt x="976" y="2509"/>
                    <a:pt x="1898" y="1150"/>
                    <a:pt x="3048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9" name="Google Shape;129;p17"/>
            <p:cNvSpPr/>
            <p:nvPr/>
          </p:nvSpPr>
          <p:spPr>
            <a:xfrm>
              <a:off x="1493388" y="4138013"/>
              <a:ext cx="85725" cy="180975"/>
            </a:xfrm>
            <a:custGeom>
              <a:rect b="b" l="l" r="r" t="t"/>
              <a:pathLst>
                <a:path extrusionOk="0" h="7239" w="3429">
                  <a:moveTo>
                    <a:pt x="0" y="7239"/>
                  </a:moveTo>
                  <a:cubicBezTo>
                    <a:pt x="1279" y="4895"/>
                    <a:pt x="2781" y="2590"/>
                    <a:pt x="3429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0" name="Google Shape;130;p17"/>
            <p:cNvSpPr/>
            <p:nvPr/>
          </p:nvSpPr>
          <p:spPr>
            <a:xfrm>
              <a:off x="1541013" y="4347563"/>
              <a:ext cx="114300" cy="104775"/>
            </a:xfrm>
            <a:custGeom>
              <a:rect b="b" l="l" r="r" t="t"/>
              <a:pathLst>
                <a:path extrusionOk="0" h="4191" w="4572">
                  <a:moveTo>
                    <a:pt x="0" y="4191"/>
                  </a:moveTo>
                  <a:cubicBezTo>
                    <a:pt x="1694" y="3005"/>
                    <a:pt x="3647" y="1849"/>
                    <a:pt x="4572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1" name="Google Shape;131;p17"/>
            <p:cNvSpPr/>
            <p:nvPr/>
          </p:nvSpPr>
          <p:spPr>
            <a:xfrm>
              <a:off x="1693413" y="4423763"/>
              <a:ext cx="66675" cy="209550"/>
            </a:xfrm>
            <a:custGeom>
              <a:rect b="b" l="l" r="r" t="t"/>
              <a:pathLst>
                <a:path extrusionOk="0" h="8382" w="2667">
                  <a:moveTo>
                    <a:pt x="0" y="8382"/>
                  </a:moveTo>
                  <a:cubicBezTo>
                    <a:pt x="575" y="5507"/>
                    <a:pt x="1212" y="2546"/>
                    <a:pt x="2667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2" name="Google Shape;132;p17"/>
            <p:cNvSpPr/>
            <p:nvPr/>
          </p:nvSpPr>
          <p:spPr>
            <a:xfrm>
              <a:off x="1826763" y="4557113"/>
              <a:ext cx="66675" cy="76200"/>
            </a:xfrm>
            <a:custGeom>
              <a:rect b="b" l="l" r="r" t="t"/>
              <a:pathLst>
                <a:path extrusionOk="0" h="3048" w="2667">
                  <a:moveTo>
                    <a:pt x="0" y="3048"/>
                  </a:moveTo>
                  <a:cubicBezTo>
                    <a:pt x="1334" y="1524"/>
                    <a:pt x="1334" y="1524"/>
                    <a:pt x="2667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" name="Google Shape;133;p17"/>
            <p:cNvSpPr/>
            <p:nvPr/>
          </p:nvSpPr>
          <p:spPr>
            <a:xfrm>
              <a:off x="1941063" y="4652363"/>
              <a:ext cx="66675" cy="76200"/>
            </a:xfrm>
            <a:custGeom>
              <a:rect b="b" l="l" r="r" t="t"/>
              <a:pathLst>
                <a:path extrusionOk="0" h="3048" w="2667">
                  <a:moveTo>
                    <a:pt x="0" y="3048"/>
                  </a:moveTo>
                  <a:cubicBezTo>
                    <a:pt x="1334" y="1524"/>
                    <a:pt x="1334" y="1524"/>
                    <a:pt x="2667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4" name="Google Shape;134;p17"/>
            <p:cNvSpPr/>
            <p:nvPr/>
          </p:nvSpPr>
          <p:spPr>
            <a:xfrm>
              <a:off x="2112513" y="4699988"/>
              <a:ext cx="66675" cy="95250"/>
            </a:xfrm>
            <a:custGeom>
              <a:rect b="b" l="l" r="r" t="t"/>
              <a:pathLst>
                <a:path extrusionOk="0" h="3810" w="2667">
                  <a:moveTo>
                    <a:pt x="0" y="3810"/>
                  </a:moveTo>
                  <a:cubicBezTo>
                    <a:pt x="1334" y="1905"/>
                    <a:pt x="1334" y="1905"/>
                    <a:pt x="2667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5" name="Google Shape;135;p17"/>
            <p:cNvSpPr/>
            <p:nvPr/>
          </p:nvSpPr>
          <p:spPr>
            <a:xfrm>
              <a:off x="1445763" y="3871313"/>
              <a:ext cx="95250" cy="85725"/>
            </a:xfrm>
            <a:custGeom>
              <a:rect b="b" l="l" r="r" t="t"/>
              <a:pathLst>
                <a:path extrusionOk="0" h="3429" w="3810">
                  <a:moveTo>
                    <a:pt x="0" y="3429"/>
                  </a:moveTo>
                  <a:cubicBezTo>
                    <a:pt x="1905" y="1715"/>
                    <a:pt x="1905" y="1715"/>
                    <a:pt x="3810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6" name="Google Shape;136;p17"/>
            <p:cNvSpPr/>
            <p:nvPr/>
          </p:nvSpPr>
          <p:spPr>
            <a:xfrm>
              <a:off x="1474338" y="3766538"/>
              <a:ext cx="47625" cy="57150"/>
            </a:xfrm>
            <a:custGeom>
              <a:rect b="b" l="l" r="r" t="t"/>
              <a:pathLst>
                <a:path extrusionOk="0" h="2286" w="1905">
                  <a:moveTo>
                    <a:pt x="0" y="2286"/>
                  </a:moveTo>
                  <a:cubicBezTo>
                    <a:pt x="953" y="1143"/>
                    <a:pt x="953" y="1143"/>
                    <a:pt x="190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7" name="Google Shape;137;p17"/>
            <p:cNvSpPr/>
            <p:nvPr/>
          </p:nvSpPr>
          <p:spPr>
            <a:xfrm>
              <a:off x="1445763" y="3614138"/>
              <a:ext cx="133350" cy="76200"/>
            </a:xfrm>
            <a:custGeom>
              <a:rect b="b" l="l" r="r" t="t"/>
              <a:pathLst>
                <a:path extrusionOk="0" h="3048" w="5334">
                  <a:moveTo>
                    <a:pt x="0" y="3048"/>
                  </a:moveTo>
                  <a:cubicBezTo>
                    <a:pt x="1943" y="2400"/>
                    <a:pt x="3886" y="1448"/>
                    <a:pt x="5334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8" name="Google Shape;138;p17"/>
            <p:cNvSpPr/>
            <p:nvPr/>
          </p:nvSpPr>
          <p:spPr>
            <a:xfrm>
              <a:off x="1560063" y="3461738"/>
              <a:ext cx="47625" cy="57150"/>
            </a:xfrm>
            <a:custGeom>
              <a:rect b="b" l="l" r="r" t="t"/>
              <a:pathLst>
                <a:path extrusionOk="0" h="2286" w="1905">
                  <a:moveTo>
                    <a:pt x="0" y="2286"/>
                  </a:moveTo>
                  <a:cubicBezTo>
                    <a:pt x="953" y="1143"/>
                    <a:pt x="953" y="1143"/>
                    <a:pt x="190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9" name="Google Shape;139;p17"/>
            <p:cNvSpPr/>
            <p:nvPr/>
          </p:nvSpPr>
          <p:spPr>
            <a:xfrm>
              <a:off x="2464938" y="4709513"/>
              <a:ext cx="9525" cy="38100"/>
            </a:xfrm>
            <a:custGeom>
              <a:rect b="b" l="l" r="r" t="t"/>
              <a:pathLst>
                <a:path extrusionOk="0" h="1524" w="381">
                  <a:moveTo>
                    <a:pt x="0" y="1524"/>
                  </a:moveTo>
                  <a:cubicBezTo>
                    <a:pt x="191" y="762"/>
                    <a:pt x="191" y="762"/>
                    <a:pt x="381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261" y="3182653"/>
            <a:ext cx="1609990" cy="159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/>
          <p:cNvPicPr preferRelativeResize="0"/>
          <p:nvPr/>
        </p:nvPicPr>
        <p:blipFill rotWithShape="1">
          <a:blip r:embed="rId4">
            <a:alphaModFix/>
          </a:blip>
          <a:srcRect b="13048" l="11508" r="11051" t="14787"/>
          <a:stretch/>
        </p:blipFill>
        <p:spPr>
          <a:xfrm>
            <a:off x="5722918" y="454691"/>
            <a:ext cx="1502606" cy="13907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17"/>
          <p:cNvGrpSpPr/>
          <p:nvPr/>
        </p:nvGrpSpPr>
        <p:grpSpPr>
          <a:xfrm>
            <a:off x="4979907" y="196599"/>
            <a:ext cx="2711487" cy="1859693"/>
            <a:chOff x="4210300" y="604850"/>
            <a:chExt cx="2624613" cy="1743081"/>
          </a:xfrm>
        </p:grpSpPr>
        <p:sp>
          <p:nvSpPr>
            <p:cNvPr id="143" name="Google Shape;143;p17"/>
            <p:cNvSpPr/>
            <p:nvPr/>
          </p:nvSpPr>
          <p:spPr>
            <a:xfrm>
              <a:off x="6501313" y="661800"/>
              <a:ext cx="333600" cy="1676400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4" name="Google Shape;144;p17"/>
            <p:cNvSpPr/>
            <p:nvPr/>
          </p:nvSpPr>
          <p:spPr>
            <a:xfrm>
              <a:off x="4324350" y="662000"/>
              <a:ext cx="2186000" cy="35300"/>
            </a:xfrm>
            <a:custGeom>
              <a:rect b="b" l="l" r="r" t="t"/>
              <a:pathLst>
                <a:path extrusionOk="0" h="1412" w="87440">
                  <a:moveTo>
                    <a:pt x="0" y="0"/>
                  </a:moveTo>
                  <a:cubicBezTo>
                    <a:pt x="20515" y="1574"/>
                    <a:pt x="41187" y="1858"/>
                    <a:pt x="61722" y="571"/>
                  </a:cubicBezTo>
                  <a:cubicBezTo>
                    <a:pt x="70279" y="35"/>
                    <a:pt x="79124" y="2275"/>
                    <a:pt x="87440" y="19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5" name="Google Shape;145;p17"/>
            <p:cNvSpPr/>
            <p:nvPr/>
          </p:nvSpPr>
          <p:spPr>
            <a:xfrm>
              <a:off x="4576775" y="2285181"/>
              <a:ext cx="2190750" cy="62750"/>
            </a:xfrm>
            <a:custGeom>
              <a:rect b="b" l="l" r="r" t="t"/>
              <a:pathLst>
                <a:path extrusionOk="0" h="2510" w="87630">
                  <a:moveTo>
                    <a:pt x="0" y="2510"/>
                  </a:moveTo>
                  <a:cubicBezTo>
                    <a:pt x="12531" y="-1672"/>
                    <a:pt x="26414" y="1748"/>
                    <a:pt x="39624" y="1748"/>
                  </a:cubicBezTo>
                  <a:cubicBezTo>
                    <a:pt x="55626" y="1748"/>
                    <a:pt x="72108" y="-2143"/>
                    <a:pt x="87630" y="1748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6" name="Google Shape;146;p17"/>
            <p:cNvSpPr/>
            <p:nvPr/>
          </p:nvSpPr>
          <p:spPr>
            <a:xfrm>
              <a:off x="4310288" y="661800"/>
              <a:ext cx="333600" cy="1676400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7" name="Google Shape;147;p17"/>
            <p:cNvSpPr/>
            <p:nvPr/>
          </p:nvSpPr>
          <p:spPr>
            <a:xfrm>
              <a:off x="4210300" y="604850"/>
              <a:ext cx="333600" cy="1709593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8" name="Google Shape;148;p17"/>
            <p:cNvSpPr/>
            <p:nvPr/>
          </p:nvSpPr>
          <p:spPr>
            <a:xfrm>
              <a:off x="4476750" y="2298721"/>
              <a:ext cx="61925" cy="11100"/>
            </a:xfrm>
            <a:custGeom>
              <a:rect b="b" l="l" r="r" t="t"/>
              <a:pathLst>
                <a:path extrusionOk="0" h="444" w="2477">
                  <a:moveTo>
                    <a:pt x="0" y="444"/>
                  </a:moveTo>
                  <a:cubicBezTo>
                    <a:pt x="783" y="183"/>
                    <a:pt x="2477" y="-382"/>
                    <a:pt x="2477" y="444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9" name="Google Shape;149;p17"/>
            <p:cNvSpPr/>
            <p:nvPr/>
          </p:nvSpPr>
          <p:spPr>
            <a:xfrm>
              <a:off x="4210300" y="604850"/>
              <a:ext cx="2186000" cy="35300"/>
            </a:xfrm>
            <a:custGeom>
              <a:rect b="b" l="l" r="r" t="t"/>
              <a:pathLst>
                <a:path extrusionOk="0" h="1412" w="87440">
                  <a:moveTo>
                    <a:pt x="0" y="0"/>
                  </a:moveTo>
                  <a:cubicBezTo>
                    <a:pt x="20515" y="1574"/>
                    <a:pt x="41187" y="1858"/>
                    <a:pt x="61722" y="571"/>
                  </a:cubicBezTo>
                  <a:cubicBezTo>
                    <a:pt x="70279" y="35"/>
                    <a:pt x="79124" y="2275"/>
                    <a:pt x="87440" y="19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0" name="Google Shape;150;p17"/>
            <p:cNvSpPr/>
            <p:nvPr/>
          </p:nvSpPr>
          <p:spPr>
            <a:xfrm>
              <a:off x="6386525" y="614375"/>
              <a:ext cx="38100" cy="52375"/>
            </a:xfrm>
            <a:custGeom>
              <a:rect b="b" l="l" r="r" t="t"/>
              <a:pathLst>
                <a:path extrusionOk="0" h="2095" w="1524">
                  <a:moveTo>
                    <a:pt x="0" y="0"/>
                  </a:moveTo>
                  <a:cubicBezTo>
                    <a:pt x="703" y="502"/>
                    <a:pt x="1382" y="1243"/>
                    <a:pt x="1524" y="209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51" name="Google Shape;151;p17"/>
          <p:cNvGrpSpPr/>
          <p:nvPr/>
        </p:nvGrpSpPr>
        <p:grpSpPr>
          <a:xfrm>
            <a:off x="4979907" y="3057591"/>
            <a:ext cx="2711487" cy="1859693"/>
            <a:chOff x="4210300" y="604850"/>
            <a:chExt cx="2624613" cy="1743081"/>
          </a:xfrm>
        </p:grpSpPr>
        <p:sp>
          <p:nvSpPr>
            <p:cNvPr id="152" name="Google Shape;152;p17"/>
            <p:cNvSpPr/>
            <p:nvPr/>
          </p:nvSpPr>
          <p:spPr>
            <a:xfrm>
              <a:off x="6501313" y="661800"/>
              <a:ext cx="333600" cy="1676400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3" name="Google Shape;153;p17"/>
            <p:cNvSpPr/>
            <p:nvPr/>
          </p:nvSpPr>
          <p:spPr>
            <a:xfrm>
              <a:off x="4324350" y="662000"/>
              <a:ext cx="2186000" cy="35300"/>
            </a:xfrm>
            <a:custGeom>
              <a:rect b="b" l="l" r="r" t="t"/>
              <a:pathLst>
                <a:path extrusionOk="0" h="1412" w="87440">
                  <a:moveTo>
                    <a:pt x="0" y="0"/>
                  </a:moveTo>
                  <a:cubicBezTo>
                    <a:pt x="20515" y="1574"/>
                    <a:pt x="41187" y="1858"/>
                    <a:pt x="61722" y="571"/>
                  </a:cubicBezTo>
                  <a:cubicBezTo>
                    <a:pt x="70279" y="35"/>
                    <a:pt x="79124" y="2275"/>
                    <a:pt x="87440" y="19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4" name="Google Shape;154;p17"/>
            <p:cNvSpPr/>
            <p:nvPr/>
          </p:nvSpPr>
          <p:spPr>
            <a:xfrm>
              <a:off x="4576775" y="2285181"/>
              <a:ext cx="2190750" cy="62750"/>
            </a:xfrm>
            <a:custGeom>
              <a:rect b="b" l="l" r="r" t="t"/>
              <a:pathLst>
                <a:path extrusionOk="0" h="2510" w="87630">
                  <a:moveTo>
                    <a:pt x="0" y="2510"/>
                  </a:moveTo>
                  <a:cubicBezTo>
                    <a:pt x="12531" y="-1672"/>
                    <a:pt x="26414" y="1748"/>
                    <a:pt x="39624" y="1748"/>
                  </a:cubicBezTo>
                  <a:cubicBezTo>
                    <a:pt x="55626" y="1748"/>
                    <a:pt x="72108" y="-2143"/>
                    <a:pt x="87630" y="1748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5" name="Google Shape;155;p17"/>
            <p:cNvSpPr/>
            <p:nvPr/>
          </p:nvSpPr>
          <p:spPr>
            <a:xfrm>
              <a:off x="4310288" y="661800"/>
              <a:ext cx="333600" cy="1676400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6" name="Google Shape;156;p17"/>
            <p:cNvSpPr/>
            <p:nvPr/>
          </p:nvSpPr>
          <p:spPr>
            <a:xfrm>
              <a:off x="4210300" y="604850"/>
              <a:ext cx="333600" cy="1709593"/>
            </a:xfrm>
            <a:custGeom>
              <a:rect b="b" l="l" r="r" t="t"/>
              <a:pathLst>
                <a:path extrusionOk="0" h="67056" w="13344">
                  <a:moveTo>
                    <a:pt x="0" y="0"/>
                  </a:moveTo>
                  <a:cubicBezTo>
                    <a:pt x="8620" y="6896"/>
                    <a:pt x="14515" y="19551"/>
                    <a:pt x="12954" y="30480"/>
                  </a:cubicBezTo>
                  <a:cubicBezTo>
                    <a:pt x="11516" y="40544"/>
                    <a:pt x="2881" y="50553"/>
                    <a:pt x="6096" y="60198"/>
                  </a:cubicBezTo>
                  <a:cubicBezTo>
                    <a:pt x="6965" y="62804"/>
                    <a:pt x="9439" y="64599"/>
                    <a:pt x="10668" y="67056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7" name="Google Shape;157;p17"/>
            <p:cNvSpPr/>
            <p:nvPr/>
          </p:nvSpPr>
          <p:spPr>
            <a:xfrm>
              <a:off x="4476750" y="2298721"/>
              <a:ext cx="61925" cy="11100"/>
            </a:xfrm>
            <a:custGeom>
              <a:rect b="b" l="l" r="r" t="t"/>
              <a:pathLst>
                <a:path extrusionOk="0" h="444" w="2477">
                  <a:moveTo>
                    <a:pt x="0" y="444"/>
                  </a:moveTo>
                  <a:cubicBezTo>
                    <a:pt x="783" y="183"/>
                    <a:pt x="2477" y="-382"/>
                    <a:pt x="2477" y="444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8" name="Google Shape;158;p17"/>
            <p:cNvSpPr/>
            <p:nvPr/>
          </p:nvSpPr>
          <p:spPr>
            <a:xfrm>
              <a:off x="4210300" y="604850"/>
              <a:ext cx="2186000" cy="35300"/>
            </a:xfrm>
            <a:custGeom>
              <a:rect b="b" l="l" r="r" t="t"/>
              <a:pathLst>
                <a:path extrusionOk="0" h="1412" w="87440">
                  <a:moveTo>
                    <a:pt x="0" y="0"/>
                  </a:moveTo>
                  <a:cubicBezTo>
                    <a:pt x="20515" y="1574"/>
                    <a:pt x="41187" y="1858"/>
                    <a:pt x="61722" y="571"/>
                  </a:cubicBezTo>
                  <a:cubicBezTo>
                    <a:pt x="70279" y="35"/>
                    <a:pt x="79124" y="2275"/>
                    <a:pt x="87440" y="19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9" name="Google Shape;159;p17"/>
            <p:cNvSpPr/>
            <p:nvPr/>
          </p:nvSpPr>
          <p:spPr>
            <a:xfrm>
              <a:off x="6386525" y="614375"/>
              <a:ext cx="38100" cy="52375"/>
            </a:xfrm>
            <a:custGeom>
              <a:rect b="b" l="l" r="r" t="t"/>
              <a:pathLst>
                <a:path extrusionOk="0" h="2095" w="1524">
                  <a:moveTo>
                    <a:pt x="0" y="0"/>
                  </a:moveTo>
                  <a:cubicBezTo>
                    <a:pt x="703" y="502"/>
                    <a:pt x="1382" y="1243"/>
                    <a:pt x="1524" y="209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60" name="Google Shape;160;p17"/>
          <p:cNvSpPr txBox="1"/>
          <p:nvPr/>
        </p:nvSpPr>
        <p:spPr>
          <a:xfrm>
            <a:off x="5456873" y="2040955"/>
            <a:ext cx="21585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ユーロ   (ヨーロッパ ) 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571825" y="4810450"/>
            <a:ext cx="2291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ポンド    (イギリスの)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69048" l="75432" r="5786" t="1250"/>
          <a:stretch/>
        </p:blipFill>
        <p:spPr>
          <a:xfrm>
            <a:off x="157051" y="585948"/>
            <a:ext cx="1861397" cy="37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6744975" y="4551977"/>
            <a:ext cx="11931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pencil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PENCIL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ペンシル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/>
          </a:p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70298" l="53633" r="28739" t="0"/>
          <a:stretch/>
        </p:blipFill>
        <p:spPr>
          <a:xfrm flipH="1">
            <a:off x="1961559" y="585948"/>
            <a:ext cx="2077017" cy="37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4475" y="1049340"/>
            <a:ext cx="3430300" cy="3112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254587">
            <a:off x="5723250" y="871480"/>
            <a:ext cx="1952519" cy="27920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893013" y="4367088"/>
            <a:ext cx="1019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chair</a:t>
            </a:r>
            <a:r>
              <a:rPr b="1" lang="en"/>
              <a:t>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CHAIR</a:t>
            </a:r>
            <a:r>
              <a:rPr b="1" lang="en" sz="1200"/>
              <a:t>S 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チェア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/>
          </a:p>
        </p:txBody>
      </p:sp>
      <p:pic>
        <p:nvPicPr>
          <p:cNvPr id="172" name="Google Shape;172;p18"/>
          <p:cNvPicPr preferRelativeResize="0"/>
          <p:nvPr/>
        </p:nvPicPr>
        <p:blipFill rotWithShape="1">
          <a:blip r:embed="rId6">
            <a:alphaModFix/>
          </a:blip>
          <a:srcRect b="45724" l="24534" r="61705" t="38035"/>
          <a:stretch/>
        </p:blipFill>
        <p:spPr>
          <a:xfrm>
            <a:off x="4901200" y="5696501"/>
            <a:ext cx="1338000" cy="122640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064343" y="6621725"/>
            <a:ext cx="1210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scissors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SCISSORS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シーザーズ</a:t>
            </a:r>
            <a:endParaRPr b="1"/>
          </a:p>
        </p:txBody>
      </p:sp>
      <p:pic>
        <p:nvPicPr>
          <p:cNvPr id="174" name="Google Shape;174;p18"/>
          <p:cNvPicPr preferRelativeResize="0"/>
          <p:nvPr/>
        </p:nvPicPr>
        <p:blipFill rotWithShape="1">
          <a:blip r:embed="rId6">
            <a:alphaModFix/>
          </a:blip>
          <a:srcRect b="46404" l="7916" r="82425" t="39644"/>
          <a:stretch/>
        </p:blipFill>
        <p:spPr>
          <a:xfrm>
            <a:off x="3556975" y="6624138"/>
            <a:ext cx="939150" cy="10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/>
          <p:cNvPicPr preferRelativeResize="0"/>
          <p:nvPr/>
        </p:nvPicPr>
        <p:blipFill rotWithShape="1">
          <a:blip r:embed="rId6">
            <a:alphaModFix/>
          </a:blip>
          <a:srcRect b="46404" l="7350" r="83704" t="40551"/>
          <a:stretch/>
        </p:blipFill>
        <p:spPr>
          <a:xfrm>
            <a:off x="2687125" y="6618435"/>
            <a:ext cx="869850" cy="98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059393" y="7371725"/>
            <a:ext cx="1210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ruler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RULER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ルーラー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/>
          </a:p>
        </p:txBody>
      </p:sp>
      <p:sp>
        <p:nvSpPr>
          <p:cNvPr id="177" name="Google Shape;177;p18"/>
          <p:cNvSpPr txBox="1"/>
          <p:nvPr/>
        </p:nvSpPr>
        <p:spPr>
          <a:xfrm>
            <a:off x="2913387" y="9546100"/>
            <a:ext cx="16779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trash can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TRASH CAN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トラーシュ　カン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/>
          </a:p>
        </p:txBody>
      </p:sp>
      <p:pic>
        <p:nvPicPr>
          <p:cNvPr id="178" name="Google Shape;178;p18"/>
          <p:cNvPicPr preferRelativeResize="0"/>
          <p:nvPr/>
        </p:nvPicPr>
        <p:blipFill rotWithShape="1">
          <a:blip r:embed="rId7">
            <a:alphaModFix/>
          </a:blip>
          <a:srcRect b="0" l="0" r="45037" t="28161"/>
          <a:stretch/>
        </p:blipFill>
        <p:spPr>
          <a:xfrm flipH="1">
            <a:off x="3691827" y="8453884"/>
            <a:ext cx="779525" cy="130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/>
          <p:cNvPicPr preferRelativeResize="0"/>
          <p:nvPr/>
        </p:nvPicPr>
        <p:blipFill rotWithShape="1">
          <a:blip r:embed="rId7">
            <a:alphaModFix/>
          </a:blip>
          <a:srcRect b="0" l="0" r="45037" t="28161"/>
          <a:stretch/>
        </p:blipFill>
        <p:spPr>
          <a:xfrm>
            <a:off x="2894863" y="8453895"/>
            <a:ext cx="779525" cy="1303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45724" l="24534" r="61705" t="38035"/>
          <a:stretch/>
        </p:blipFill>
        <p:spPr>
          <a:xfrm>
            <a:off x="-151325" y="261598"/>
            <a:ext cx="4437550" cy="40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1245643" y="4080188"/>
            <a:ext cx="1210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scissors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SCISSORS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シーザーズ</a:t>
            </a:r>
            <a:endParaRPr b="1"/>
          </a:p>
        </p:txBody>
      </p:sp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46404" l="7916" r="82425" t="39644"/>
          <a:stretch/>
        </p:blipFill>
        <p:spPr>
          <a:xfrm>
            <a:off x="6545625" y="752074"/>
            <a:ext cx="2514800" cy="30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46404" l="7350" r="83704" t="40551"/>
          <a:stretch/>
        </p:blipFill>
        <p:spPr>
          <a:xfrm>
            <a:off x="4216400" y="732425"/>
            <a:ext cx="2329225" cy="29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6658393" y="4035038"/>
            <a:ext cx="1210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ruler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RULER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ルーラー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/>
          </a:p>
        </p:txBody>
      </p:sp>
      <p:sp>
        <p:nvSpPr>
          <p:cNvPr id="189" name="Google Shape;189;p19"/>
          <p:cNvSpPr txBox="1"/>
          <p:nvPr/>
        </p:nvSpPr>
        <p:spPr>
          <a:xfrm>
            <a:off x="2913387" y="9546100"/>
            <a:ext cx="16779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trash can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TRASH CAN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トラーシュ　カン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/>
          </a:p>
        </p:txBody>
      </p:sp>
      <p:pic>
        <p:nvPicPr>
          <p:cNvPr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45037" t="28161"/>
          <a:stretch/>
        </p:blipFill>
        <p:spPr>
          <a:xfrm flipH="1">
            <a:off x="3691827" y="8453884"/>
            <a:ext cx="779525" cy="130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45037" t="28161"/>
          <a:stretch/>
        </p:blipFill>
        <p:spPr>
          <a:xfrm>
            <a:off x="2894863" y="8453895"/>
            <a:ext cx="779525" cy="1303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/>
        </p:nvSpPr>
        <p:spPr>
          <a:xfrm>
            <a:off x="376987" y="4462000"/>
            <a:ext cx="16779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trash can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TRASH CAN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トラーシュ　カン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/>
          </a:p>
        </p:txBody>
      </p:sp>
      <p:pic>
        <p:nvPicPr>
          <p:cNvPr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45037" t="28161"/>
          <a:stretch/>
        </p:blipFill>
        <p:spPr>
          <a:xfrm>
            <a:off x="2884750" y="41871"/>
            <a:ext cx="307641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800" y="127050"/>
            <a:ext cx="4859500" cy="487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038" y="0"/>
            <a:ext cx="7224938" cy="5610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/>
          <p:cNvPicPr preferRelativeResize="0"/>
          <p:nvPr/>
        </p:nvPicPr>
        <p:blipFill rotWithShape="1">
          <a:blip r:embed="rId4">
            <a:alphaModFix/>
          </a:blip>
          <a:srcRect b="68589" l="72730" r="0" t="0"/>
          <a:stretch/>
        </p:blipFill>
        <p:spPr>
          <a:xfrm>
            <a:off x="387025" y="609138"/>
            <a:ext cx="1558500" cy="18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975" y="3063664"/>
            <a:ext cx="1454550" cy="14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