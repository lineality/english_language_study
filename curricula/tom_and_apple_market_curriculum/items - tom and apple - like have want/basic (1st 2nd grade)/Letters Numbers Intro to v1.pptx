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</p:sldIdLst>
  <p:sldSz cy="5143500" cx="9144000"/>
  <p:notesSz cx="6858000" cy="9144000"/>
  <p:embeddedFontLst>
    <p:embeddedFont>
      <p:font typeface="Raleway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font" Target="fonts/Raleway-regular.fntdata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font" Target="fonts/Raleway-italic.fntdata"/><Relationship Id="rId12" Type="http://schemas.openxmlformats.org/officeDocument/2006/relationships/slide" Target="slides/slide8.xml"/><Relationship Id="rId56" Type="http://schemas.openxmlformats.org/officeDocument/2006/relationships/font" Target="fonts/Raleway-bold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8" Type="http://schemas.openxmlformats.org/officeDocument/2006/relationships/font" Target="fonts/Raleway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" name="Google Shape;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6e9019122_0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6e901912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6e9019122_0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6e9019122_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6e9019122_0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6e9019122_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6e9019122_0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6e9019122_0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6e9019122_0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6e9019122_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6e63c4c5d_0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6e63c4c5d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6e63c4c5d_0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6e63c4c5d_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6e63c4c5d_0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6e63c4c5d_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6e63c4c5d_0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6e63c4c5d_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6e63c4c5d_0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6e63c4c5d_0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6e63c4c5d_0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6e63c4c5d_0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621d12731_0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621d12731_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621d12731_0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621d12731_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621d12731_0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621d12731_0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621d12731_0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621d12731_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621d12731_0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621d12731_0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621d12731_0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621d12731_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621d12731_0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621d12731_0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621d12731_0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621d12731_0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621d12731_04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621d12731_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621d12731_04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621d12731_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621d12731_04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621d12731_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621d12731_05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621d12731_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621d12731_05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621d12731_0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621d12731_06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621d12731_0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621d12731_01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621d12731_0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621d12731_01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621d12731_0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621d12731_01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621d12731_0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621d12731_013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621d12731_0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6e63c4c5d_0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6e63c4c5d_0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6e63c4c5d_0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6e63c4c5d_0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6e63c4c5d_0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6e63c4c5d_0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6e63c4c5d_03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6e63c4c5d_0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621d12731_09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621d12731_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621d12731_09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621d12731_0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621d12731_09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621d12731_0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621d12731_010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621d12731_0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621d12731_010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621d12731_0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621d12731_01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621d12731_0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621d12731_08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621d12731_0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621d12731_08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621d12731_0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621d12731_0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621d12731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621d12731_0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621d12731_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621d12731_06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621d12731_0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621d12731_07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621d12731_0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621d12731_07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621d12731_0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621d12731_07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621d12731_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621d12731_01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621d12731_0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621d12731_01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621d12731_0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85800" y="1583342"/>
            <a:ext cx="7772400" cy="1159856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85800" y="2840054"/>
            <a:ext cx="7772400" cy="7847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556791" y="4749851"/>
            <a:ext cx="548700" cy="393525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457200" y="1200150"/>
            <a:ext cx="8229600" cy="372568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556791" y="4749851"/>
            <a:ext cx="548700" cy="393525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57200" y="1200150"/>
            <a:ext cx="3994526" cy="372568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2" type="body"/>
          </p:nvPr>
        </p:nvSpPr>
        <p:spPr>
          <a:xfrm>
            <a:off x="4692274" y="1200150"/>
            <a:ext cx="3994526" cy="372568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556791" y="4749851"/>
            <a:ext cx="548700" cy="393525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556791" y="4749851"/>
            <a:ext cx="548700" cy="393525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idx="1" type="body"/>
          </p:nvPr>
        </p:nvSpPr>
        <p:spPr>
          <a:xfrm>
            <a:off x="457200" y="4406309"/>
            <a:ext cx="8229600" cy="51952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556791" y="4749851"/>
            <a:ext cx="548700" cy="393525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556791" y="4749851"/>
            <a:ext cx="548700" cy="393525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200150"/>
            <a:ext cx="8229600" cy="37256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  <a:defRPr sz="3000">
                <a:solidFill>
                  <a:schemeClr val="dk1"/>
                </a:solidFill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>
                <a:solidFill>
                  <a:schemeClr val="dk1"/>
                </a:solidFill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2400"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91" y="4749851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</a:defRPr>
            </a:lvl1pPr>
            <a:lvl2pPr lvl="1" algn="r">
              <a:buNone/>
              <a:defRPr sz="1300">
                <a:solidFill>
                  <a:schemeClr val="dk1"/>
                </a:solidFill>
              </a:defRPr>
            </a:lvl2pPr>
            <a:lvl3pPr lvl="2" algn="r">
              <a:buNone/>
              <a:defRPr sz="1300">
                <a:solidFill>
                  <a:schemeClr val="dk1"/>
                </a:solidFill>
              </a:defRPr>
            </a:lvl3pPr>
            <a:lvl4pPr lvl="3" algn="r">
              <a:buNone/>
              <a:defRPr sz="1300">
                <a:solidFill>
                  <a:schemeClr val="dk1"/>
                </a:solidFill>
              </a:defRPr>
            </a:lvl4pPr>
            <a:lvl5pPr lvl="4" algn="r">
              <a:buNone/>
              <a:defRPr sz="1300">
                <a:solidFill>
                  <a:schemeClr val="dk1"/>
                </a:solidFill>
              </a:defRPr>
            </a:lvl5pPr>
            <a:lvl6pPr lvl="5" algn="r">
              <a:buNone/>
              <a:defRPr sz="1300">
                <a:solidFill>
                  <a:schemeClr val="dk1"/>
                </a:solidFill>
              </a:defRPr>
            </a:lvl6pPr>
            <a:lvl7pPr lvl="6" algn="r">
              <a:buNone/>
              <a:defRPr sz="1300">
                <a:solidFill>
                  <a:schemeClr val="dk1"/>
                </a:solidFill>
              </a:defRPr>
            </a:lvl7pPr>
            <a:lvl8pPr lvl="7" algn="r">
              <a:buNone/>
              <a:defRPr sz="1300">
                <a:solidFill>
                  <a:schemeClr val="dk1"/>
                </a:solidFill>
              </a:defRPr>
            </a:lvl8pPr>
            <a:lvl9pPr lvl="8" algn="r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ctrTitle"/>
          </p:nvPr>
        </p:nvSpPr>
        <p:spPr>
          <a:xfrm>
            <a:off x="737550" y="3259917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Consolas"/>
                <a:ea typeface="Consolas"/>
                <a:cs typeface="Consolas"/>
                <a:sym typeface="Consolas"/>
              </a:rPr>
              <a:t>Numbers &amp; Letters</a:t>
            </a:r>
            <a:endParaRPr sz="6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" name="Google Shape;35;p8"/>
          <p:cNvSpPr txBox="1"/>
          <p:nvPr>
            <p:ph idx="1" type="subTitle"/>
          </p:nvPr>
        </p:nvSpPr>
        <p:spPr>
          <a:xfrm>
            <a:off x="685800" y="2840054"/>
            <a:ext cx="7772400" cy="78473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ctrTitle"/>
          </p:nvPr>
        </p:nvSpPr>
        <p:spPr>
          <a:xfrm>
            <a:off x="2394950" y="1733737"/>
            <a:ext cx="8888700" cy="300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600">
                <a:latin typeface="Raleway"/>
                <a:ea typeface="Raleway"/>
                <a:cs typeface="Raleway"/>
                <a:sym typeface="Raleway"/>
              </a:rPr>
              <a:t>pink</a:t>
            </a:r>
            <a:endParaRPr b="0" sz="96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600">
                <a:latin typeface="Raleway"/>
                <a:ea typeface="Raleway"/>
                <a:cs typeface="Raleway"/>
                <a:sym typeface="Raleway"/>
              </a:rPr>
              <a:t>PINK</a:t>
            </a:r>
            <a:endParaRPr b="0" sz="96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600">
                <a:latin typeface="Raleway"/>
                <a:ea typeface="Raleway"/>
                <a:cs typeface="Raleway"/>
                <a:sym typeface="Raleway"/>
              </a:rPr>
              <a:t>ぴんく</a:t>
            </a:r>
            <a:endParaRPr sz="9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type="ctrTitle"/>
          </p:nvPr>
        </p:nvSpPr>
        <p:spPr>
          <a:xfrm>
            <a:off x="2394950" y="1733737"/>
            <a:ext cx="8888700" cy="300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lang="en" sz="10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green</a:t>
            </a:r>
            <a:endParaRPr b="0" sz="100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lang="en" sz="10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GREEN</a:t>
            </a:r>
            <a:endParaRPr b="0" sz="100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ぐりーん</a:t>
            </a:r>
            <a:endParaRPr b="0" sz="100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type="ctrTitle"/>
          </p:nvPr>
        </p:nvSpPr>
        <p:spPr>
          <a:xfrm>
            <a:off x="2394950" y="1733737"/>
            <a:ext cx="8888700" cy="300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lang="en" sz="10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red</a:t>
            </a:r>
            <a:endParaRPr b="0" sz="100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lang="en" sz="100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RED</a:t>
            </a:r>
            <a:endParaRPr b="0" sz="100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0">
                <a:solidFill>
                  <a:srgbClr val="000000"/>
                </a:solidFill>
              </a:rPr>
              <a:t>れっど</a:t>
            </a:r>
            <a:endParaRPr b="0" sz="100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900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ctrTitle"/>
          </p:nvPr>
        </p:nvSpPr>
        <p:spPr>
          <a:xfrm>
            <a:off x="2394950" y="1733737"/>
            <a:ext cx="8888700" cy="300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0">
                <a:latin typeface="Raleway"/>
                <a:ea typeface="Raleway"/>
                <a:cs typeface="Raleway"/>
                <a:sym typeface="Raleway"/>
              </a:rPr>
              <a:t>orange</a:t>
            </a:r>
            <a:endParaRPr b="0" sz="100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0">
                <a:latin typeface="Raleway"/>
                <a:ea typeface="Raleway"/>
                <a:cs typeface="Raleway"/>
                <a:sym typeface="Raleway"/>
              </a:rPr>
              <a:t>ORANGE</a:t>
            </a:r>
            <a:endParaRPr b="0" sz="100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0">
                <a:latin typeface="Raleway"/>
                <a:ea typeface="Raleway"/>
                <a:cs typeface="Raleway"/>
                <a:sym typeface="Raleway"/>
              </a:rPr>
              <a:t>おれんじ</a:t>
            </a:r>
            <a:endParaRPr b="0" sz="100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0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ctrTitle"/>
          </p:nvPr>
        </p:nvSpPr>
        <p:spPr>
          <a:xfrm>
            <a:off x="2394950" y="1733737"/>
            <a:ext cx="8888700" cy="300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0">
                <a:latin typeface="Raleway"/>
                <a:ea typeface="Raleway"/>
                <a:cs typeface="Raleway"/>
                <a:sym typeface="Raleway"/>
              </a:rPr>
              <a:t>yellow</a:t>
            </a:r>
            <a:endParaRPr b="0" sz="100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0">
                <a:latin typeface="Raleway"/>
                <a:ea typeface="Raleway"/>
                <a:cs typeface="Raleway"/>
                <a:sym typeface="Raleway"/>
              </a:rPr>
              <a:t>YELLOW</a:t>
            </a:r>
            <a:endParaRPr b="0" sz="100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0">
                <a:latin typeface="Raleway"/>
                <a:ea typeface="Raleway"/>
                <a:cs typeface="Raleway"/>
                <a:sym typeface="Raleway"/>
              </a:rPr>
              <a:t>いぇろ</a:t>
            </a:r>
            <a:endParaRPr b="0" sz="100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/>
        </p:nvSpPr>
        <p:spPr>
          <a:xfrm>
            <a:off x="3470650" y="650325"/>
            <a:ext cx="23841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0">
                <a:latin typeface="Raleway"/>
                <a:ea typeface="Raleway"/>
                <a:cs typeface="Raleway"/>
                <a:sym typeface="Raleway"/>
              </a:rPr>
              <a:t>1</a:t>
            </a:r>
            <a:endParaRPr sz="40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/>
        </p:nvSpPr>
        <p:spPr>
          <a:xfrm>
            <a:off x="-218400" y="698975"/>
            <a:ext cx="98877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0">
                <a:latin typeface="Raleway"/>
                <a:ea typeface="Raleway"/>
                <a:cs typeface="Raleway"/>
                <a:sym typeface="Raleway"/>
              </a:rPr>
              <a:t>1</a:t>
            </a:r>
            <a:r>
              <a:rPr lang="en" sz="35000"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lang="en" sz="35000"/>
              <a:t>1</a:t>
            </a:r>
            <a:r>
              <a:rPr lang="en" sz="40000"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400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3470650" y="650325"/>
            <a:ext cx="23841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0">
                <a:latin typeface="Raleway"/>
                <a:ea typeface="Raleway"/>
                <a:cs typeface="Raleway"/>
                <a:sym typeface="Raleway"/>
              </a:rPr>
              <a:t>2</a:t>
            </a:r>
            <a:endParaRPr sz="40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/>
        </p:nvSpPr>
        <p:spPr>
          <a:xfrm>
            <a:off x="0" y="676625"/>
            <a:ext cx="98877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0">
                <a:latin typeface="Raleway"/>
                <a:ea typeface="Raleway"/>
                <a:cs typeface="Raleway"/>
                <a:sym typeface="Raleway"/>
              </a:rPr>
              <a:t>2</a:t>
            </a:r>
            <a:r>
              <a:rPr lang="en" sz="30000"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lang="en" sz="30000"/>
              <a:t>2</a:t>
            </a:r>
            <a:r>
              <a:rPr lang="en" sz="30000"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300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/>
        </p:nvSpPr>
        <p:spPr>
          <a:xfrm>
            <a:off x="3470650" y="650325"/>
            <a:ext cx="23841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0">
                <a:latin typeface="Raleway"/>
                <a:ea typeface="Raleway"/>
                <a:cs typeface="Raleway"/>
                <a:sym typeface="Raleway"/>
              </a:rPr>
              <a:t>3</a:t>
            </a:r>
            <a:endParaRPr sz="40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/>
        </p:nvSpPr>
        <p:spPr>
          <a:xfrm>
            <a:off x="0" y="676625"/>
            <a:ext cx="98877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0">
                <a:latin typeface="Raleway"/>
                <a:ea typeface="Raleway"/>
                <a:cs typeface="Raleway"/>
                <a:sym typeface="Raleway"/>
              </a:rPr>
              <a:t>3</a:t>
            </a:r>
            <a:r>
              <a:rPr lang="en" sz="30000"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r>
              <a:rPr lang="en" sz="30000"/>
              <a:t>3</a:t>
            </a:r>
            <a:r>
              <a:rPr lang="en" sz="30000"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300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/>
        </p:nvSpPr>
        <p:spPr>
          <a:xfrm>
            <a:off x="3470650" y="650325"/>
            <a:ext cx="23841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0">
                <a:latin typeface="Raleway"/>
                <a:ea typeface="Raleway"/>
                <a:cs typeface="Raleway"/>
                <a:sym typeface="Raleway"/>
              </a:rPr>
              <a:t>4</a:t>
            </a:r>
            <a:endParaRPr sz="40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/>
        </p:nvSpPr>
        <p:spPr>
          <a:xfrm>
            <a:off x="0" y="676625"/>
            <a:ext cx="98877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0">
                <a:latin typeface="Raleway"/>
                <a:ea typeface="Raleway"/>
                <a:cs typeface="Raleway"/>
                <a:sym typeface="Raleway"/>
              </a:rPr>
              <a:t>4</a:t>
            </a:r>
            <a:r>
              <a:rPr lang="en" sz="30000">
                <a:latin typeface="Comic Sans MS"/>
                <a:ea typeface="Comic Sans MS"/>
                <a:cs typeface="Comic Sans MS"/>
                <a:sym typeface="Comic Sans MS"/>
              </a:rPr>
              <a:t>4</a:t>
            </a:r>
            <a:r>
              <a:rPr lang="en" sz="30000"/>
              <a:t>4</a:t>
            </a:r>
            <a:r>
              <a:rPr lang="en" sz="30000"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300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/>
        </p:nvSpPr>
        <p:spPr>
          <a:xfrm>
            <a:off x="3470650" y="650325"/>
            <a:ext cx="23841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0">
                <a:latin typeface="Raleway"/>
                <a:ea typeface="Raleway"/>
                <a:cs typeface="Raleway"/>
                <a:sym typeface="Raleway"/>
              </a:rPr>
              <a:t>5</a:t>
            </a:r>
            <a:endParaRPr sz="40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/>
          <p:nvPr/>
        </p:nvSpPr>
        <p:spPr>
          <a:xfrm>
            <a:off x="0" y="676625"/>
            <a:ext cx="98877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0">
                <a:latin typeface="Raleway"/>
                <a:ea typeface="Raleway"/>
                <a:cs typeface="Raleway"/>
                <a:sym typeface="Raleway"/>
              </a:rPr>
              <a:t>5</a:t>
            </a:r>
            <a:r>
              <a:rPr lang="en" sz="30000">
                <a:latin typeface="Comic Sans MS"/>
                <a:ea typeface="Comic Sans MS"/>
                <a:cs typeface="Comic Sans MS"/>
                <a:sym typeface="Comic Sans MS"/>
              </a:rPr>
              <a:t>5</a:t>
            </a:r>
            <a:r>
              <a:rPr lang="en" sz="30000"/>
              <a:t>5</a:t>
            </a:r>
            <a:r>
              <a:rPr lang="en" sz="30000"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300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/>
          <p:nvPr/>
        </p:nvSpPr>
        <p:spPr>
          <a:xfrm>
            <a:off x="3470650" y="650325"/>
            <a:ext cx="23841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0">
                <a:latin typeface="Raleway"/>
                <a:ea typeface="Raleway"/>
                <a:cs typeface="Raleway"/>
                <a:sym typeface="Raleway"/>
              </a:rPr>
              <a:t>6</a:t>
            </a:r>
            <a:endParaRPr sz="40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 txBox="1"/>
          <p:nvPr/>
        </p:nvSpPr>
        <p:spPr>
          <a:xfrm>
            <a:off x="0" y="676625"/>
            <a:ext cx="98877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0">
                <a:latin typeface="Raleway"/>
                <a:ea typeface="Raleway"/>
                <a:cs typeface="Raleway"/>
                <a:sym typeface="Raleway"/>
              </a:rPr>
              <a:t>6</a:t>
            </a:r>
            <a:r>
              <a:rPr lang="en" sz="30000">
                <a:latin typeface="Comic Sans MS"/>
                <a:ea typeface="Comic Sans MS"/>
                <a:cs typeface="Comic Sans MS"/>
                <a:sym typeface="Comic Sans MS"/>
              </a:rPr>
              <a:t>6</a:t>
            </a:r>
            <a:r>
              <a:rPr lang="en" sz="30000"/>
              <a:t>6</a:t>
            </a:r>
            <a:r>
              <a:rPr lang="en" sz="30000"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300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6"/>
          <p:cNvSpPr txBox="1"/>
          <p:nvPr/>
        </p:nvSpPr>
        <p:spPr>
          <a:xfrm>
            <a:off x="3470650" y="650325"/>
            <a:ext cx="23841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0">
                <a:latin typeface="Raleway"/>
                <a:ea typeface="Raleway"/>
                <a:cs typeface="Raleway"/>
                <a:sym typeface="Raleway"/>
              </a:rPr>
              <a:t>7</a:t>
            </a:r>
            <a:endParaRPr sz="40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/>
          <p:nvPr/>
        </p:nvSpPr>
        <p:spPr>
          <a:xfrm>
            <a:off x="0" y="676625"/>
            <a:ext cx="98877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0">
                <a:latin typeface="Raleway"/>
                <a:ea typeface="Raleway"/>
                <a:cs typeface="Raleway"/>
                <a:sym typeface="Raleway"/>
              </a:rPr>
              <a:t>7</a:t>
            </a:r>
            <a:r>
              <a:rPr lang="en" sz="30000">
                <a:latin typeface="Comic Sans MS"/>
                <a:ea typeface="Comic Sans MS"/>
                <a:cs typeface="Comic Sans MS"/>
                <a:sym typeface="Comic Sans MS"/>
              </a:rPr>
              <a:t>7</a:t>
            </a:r>
            <a:r>
              <a:rPr lang="en" sz="30000"/>
              <a:t>7</a:t>
            </a:r>
            <a:r>
              <a:rPr lang="en" sz="30000"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300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8"/>
          <p:cNvSpPr txBox="1"/>
          <p:nvPr/>
        </p:nvSpPr>
        <p:spPr>
          <a:xfrm>
            <a:off x="3470650" y="650325"/>
            <a:ext cx="23841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0">
                <a:latin typeface="Raleway"/>
                <a:ea typeface="Raleway"/>
                <a:cs typeface="Raleway"/>
                <a:sym typeface="Raleway"/>
              </a:rPr>
              <a:t>8</a:t>
            </a:r>
            <a:endParaRPr sz="40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9"/>
          <p:cNvSpPr txBox="1"/>
          <p:nvPr/>
        </p:nvSpPr>
        <p:spPr>
          <a:xfrm>
            <a:off x="0" y="676625"/>
            <a:ext cx="98877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0">
                <a:latin typeface="Raleway"/>
                <a:ea typeface="Raleway"/>
                <a:cs typeface="Raleway"/>
                <a:sym typeface="Raleway"/>
              </a:rPr>
              <a:t>8</a:t>
            </a:r>
            <a:r>
              <a:rPr lang="en" sz="30000">
                <a:latin typeface="Comic Sans MS"/>
                <a:ea typeface="Comic Sans MS"/>
                <a:cs typeface="Comic Sans MS"/>
                <a:sym typeface="Comic Sans MS"/>
              </a:rPr>
              <a:t>8</a:t>
            </a:r>
            <a:r>
              <a:rPr lang="en" sz="30000"/>
              <a:t>8</a:t>
            </a:r>
            <a:r>
              <a:rPr lang="en" sz="30000"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300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0"/>
          <p:cNvSpPr txBox="1"/>
          <p:nvPr/>
        </p:nvSpPr>
        <p:spPr>
          <a:xfrm>
            <a:off x="3470650" y="650325"/>
            <a:ext cx="23841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0">
                <a:latin typeface="Raleway"/>
                <a:ea typeface="Raleway"/>
                <a:cs typeface="Raleway"/>
                <a:sym typeface="Raleway"/>
              </a:rPr>
              <a:t>9</a:t>
            </a:r>
            <a:endParaRPr sz="40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1"/>
          <p:cNvSpPr txBox="1"/>
          <p:nvPr/>
        </p:nvSpPr>
        <p:spPr>
          <a:xfrm>
            <a:off x="0" y="676625"/>
            <a:ext cx="98877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0">
                <a:latin typeface="Raleway"/>
                <a:ea typeface="Raleway"/>
                <a:cs typeface="Raleway"/>
                <a:sym typeface="Raleway"/>
              </a:rPr>
              <a:t>9</a:t>
            </a:r>
            <a:r>
              <a:rPr lang="en" sz="30000">
                <a:latin typeface="Comic Sans MS"/>
                <a:ea typeface="Comic Sans MS"/>
                <a:cs typeface="Comic Sans MS"/>
                <a:sym typeface="Comic Sans MS"/>
              </a:rPr>
              <a:t>9</a:t>
            </a:r>
            <a:r>
              <a:rPr lang="en" sz="30000"/>
              <a:t>9</a:t>
            </a:r>
            <a:r>
              <a:rPr lang="en" sz="30000"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sz="300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2"/>
          <p:cNvSpPr txBox="1"/>
          <p:nvPr/>
        </p:nvSpPr>
        <p:spPr>
          <a:xfrm>
            <a:off x="1397125" y="650325"/>
            <a:ext cx="60543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0">
                <a:latin typeface="Raleway"/>
                <a:ea typeface="Raleway"/>
                <a:cs typeface="Raleway"/>
                <a:sym typeface="Raleway"/>
              </a:rPr>
              <a:t>10</a:t>
            </a:r>
            <a:endParaRPr sz="40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3"/>
          <p:cNvSpPr txBox="1"/>
          <p:nvPr/>
        </p:nvSpPr>
        <p:spPr>
          <a:xfrm>
            <a:off x="703750" y="-217325"/>
            <a:ext cx="98877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0">
                <a:latin typeface="Raleway"/>
                <a:ea typeface="Raleway"/>
                <a:cs typeface="Raleway"/>
                <a:sym typeface="Raleway"/>
              </a:rPr>
              <a:t>10   </a:t>
            </a:r>
            <a:r>
              <a:rPr lang="en" sz="20000">
                <a:latin typeface="Comic Sans MS"/>
                <a:ea typeface="Comic Sans MS"/>
                <a:cs typeface="Comic Sans MS"/>
                <a:sym typeface="Comic Sans MS"/>
              </a:rPr>
              <a:t>10 </a:t>
            </a:r>
            <a:endParaRPr sz="20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1" name="Google Shape;161;p33"/>
          <p:cNvSpPr txBox="1"/>
          <p:nvPr/>
        </p:nvSpPr>
        <p:spPr>
          <a:xfrm>
            <a:off x="467825" y="2402225"/>
            <a:ext cx="93453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0">
                <a:solidFill>
                  <a:schemeClr val="dk1"/>
                </a:solidFill>
              </a:rPr>
              <a:t>10  </a:t>
            </a:r>
            <a:r>
              <a:rPr lang="en" sz="20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4"/>
          <p:cNvSpPr txBox="1"/>
          <p:nvPr/>
        </p:nvSpPr>
        <p:spPr>
          <a:xfrm>
            <a:off x="3470650" y="650325"/>
            <a:ext cx="23841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0">
                <a:latin typeface="Raleway"/>
                <a:ea typeface="Raleway"/>
                <a:cs typeface="Raleway"/>
                <a:sym typeface="Raleway"/>
              </a:rPr>
              <a:t>+</a:t>
            </a:r>
            <a:endParaRPr sz="40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5"/>
          <p:cNvSpPr txBox="1"/>
          <p:nvPr/>
        </p:nvSpPr>
        <p:spPr>
          <a:xfrm>
            <a:off x="372575" y="676625"/>
            <a:ext cx="98877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0">
                <a:latin typeface="Raleway"/>
                <a:ea typeface="Raleway"/>
                <a:cs typeface="Raleway"/>
                <a:sym typeface="Raleway"/>
              </a:rPr>
              <a:t>+</a:t>
            </a:r>
            <a:r>
              <a:rPr lang="en" sz="30000">
                <a:latin typeface="Comic Sans MS"/>
                <a:ea typeface="Comic Sans MS"/>
                <a:cs typeface="Comic Sans MS"/>
                <a:sym typeface="Comic Sans MS"/>
              </a:rPr>
              <a:t>+</a:t>
            </a:r>
            <a:r>
              <a:rPr lang="en" sz="30000"/>
              <a:t>+</a:t>
            </a:r>
            <a:r>
              <a:rPr lang="en" sz="30000">
                <a:latin typeface="Courier New"/>
                <a:ea typeface="Courier New"/>
                <a:cs typeface="Courier New"/>
                <a:sym typeface="Courier New"/>
              </a:rPr>
              <a:t>+</a:t>
            </a:r>
            <a:endParaRPr sz="300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6"/>
          <p:cNvSpPr txBox="1"/>
          <p:nvPr/>
        </p:nvSpPr>
        <p:spPr>
          <a:xfrm>
            <a:off x="3470650" y="650325"/>
            <a:ext cx="23841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0">
                <a:latin typeface="Raleway"/>
                <a:ea typeface="Raleway"/>
                <a:cs typeface="Raleway"/>
                <a:sym typeface="Raleway"/>
              </a:rPr>
              <a:t>-</a:t>
            </a:r>
            <a:endParaRPr sz="40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7"/>
          <p:cNvSpPr txBox="1"/>
          <p:nvPr/>
        </p:nvSpPr>
        <p:spPr>
          <a:xfrm>
            <a:off x="879675" y="666275"/>
            <a:ext cx="98877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0">
                <a:latin typeface="Raleway"/>
                <a:ea typeface="Raleway"/>
                <a:cs typeface="Raleway"/>
                <a:sym typeface="Raleway"/>
              </a:rPr>
              <a:t>-</a:t>
            </a:r>
            <a:r>
              <a:rPr lang="en" sz="30000">
                <a:latin typeface="Comic Sans MS"/>
                <a:ea typeface="Comic Sans MS"/>
                <a:cs typeface="Comic Sans MS"/>
                <a:sym typeface="Comic Sans MS"/>
              </a:rPr>
              <a:t>-</a:t>
            </a:r>
            <a:r>
              <a:rPr lang="en" sz="30000"/>
              <a:t>-</a:t>
            </a:r>
            <a:r>
              <a:rPr lang="en" sz="30000">
                <a:latin typeface="Courier New"/>
                <a:ea typeface="Courier New"/>
                <a:cs typeface="Courier New"/>
                <a:sym typeface="Courier New"/>
              </a:rPr>
              <a:t>-</a:t>
            </a:r>
            <a:endParaRPr sz="300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8"/>
          <p:cNvSpPr txBox="1"/>
          <p:nvPr/>
        </p:nvSpPr>
        <p:spPr>
          <a:xfrm>
            <a:off x="2457550" y="859875"/>
            <a:ext cx="54864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0">
                <a:latin typeface="Raleway"/>
                <a:ea typeface="Raleway"/>
                <a:cs typeface="Raleway"/>
                <a:sym typeface="Raleway"/>
              </a:rPr>
              <a:t>A</a:t>
            </a:r>
            <a:endParaRPr sz="40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9"/>
          <p:cNvSpPr txBox="1"/>
          <p:nvPr/>
        </p:nvSpPr>
        <p:spPr>
          <a:xfrm>
            <a:off x="0" y="676625"/>
            <a:ext cx="98877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0"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" sz="30000"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lang="en" sz="30000">
                <a:latin typeface="Impact"/>
                <a:ea typeface="Impact"/>
                <a:cs typeface="Impact"/>
                <a:sym typeface="Impact"/>
              </a:rPr>
              <a:t>A</a:t>
            </a:r>
            <a:r>
              <a:rPr lang="en" sz="30000"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300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0"/>
          <p:cNvSpPr txBox="1"/>
          <p:nvPr/>
        </p:nvSpPr>
        <p:spPr>
          <a:xfrm>
            <a:off x="3070250" y="859850"/>
            <a:ext cx="51624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0">
                <a:latin typeface="Raleway"/>
                <a:ea typeface="Raleway"/>
                <a:cs typeface="Raleway"/>
                <a:sym typeface="Raleway"/>
              </a:rPr>
              <a:t>E</a:t>
            </a:r>
            <a:endParaRPr sz="40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1"/>
          <p:cNvSpPr txBox="1"/>
          <p:nvPr/>
        </p:nvSpPr>
        <p:spPr>
          <a:xfrm>
            <a:off x="258725" y="707650"/>
            <a:ext cx="98877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0"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" sz="30000">
                <a:latin typeface="Comic Sans MS"/>
                <a:ea typeface="Comic Sans MS"/>
                <a:cs typeface="Comic Sans MS"/>
                <a:sym typeface="Comic Sans MS"/>
              </a:rPr>
              <a:t>e</a:t>
            </a:r>
            <a:r>
              <a:rPr lang="en" sz="30000">
                <a:latin typeface="Impact"/>
                <a:ea typeface="Impact"/>
                <a:cs typeface="Impact"/>
                <a:sym typeface="Impact"/>
              </a:rPr>
              <a:t>E</a:t>
            </a:r>
            <a:r>
              <a:rPr lang="en" sz="30000">
                <a:latin typeface="Courier New"/>
                <a:ea typeface="Courier New"/>
                <a:cs typeface="Courier New"/>
                <a:sym typeface="Courier New"/>
              </a:rPr>
              <a:t>e</a:t>
            </a:r>
            <a:endParaRPr sz="300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2"/>
          <p:cNvSpPr txBox="1"/>
          <p:nvPr/>
        </p:nvSpPr>
        <p:spPr>
          <a:xfrm>
            <a:off x="3070250" y="859850"/>
            <a:ext cx="51624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0">
                <a:latin typeface="Consolas"/>
                <a:ea typeface="Consolas"/>
                <a:cs typeface="Consolas"/>
                <a:sym typeface="Consolas"/>
              </a:rPr>
              <a:t>I</a:t>
            </a:r>
            <a:endParaRPr sz="40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3"/>
          <p:cNvSpPr txBox="1"/>
          <p:nvPr/>
        </p:nvSpPr>
        <p:spPr>
          <a:xfrm>
            <a:off x="1945625" y="862900"/>
            <a:ext cx="98877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0"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" sz="30000">
                <a:latin typeface="Comic Sans MS"/>
                <a:ea typeface="Comic Sans MS"/>
                <a:cs typeface="Comic Sans MS"/>
                <a:sym typeface="Comic Sans MS"/>
              </a:rPr>
              <a:t>i</a:t>
            </a:r>
            <a:r>
              <a:rPr lang="en" sz="30000">
                <a:latin typeface="Impact"/>
                <a:ea typeface="Impact"/>
                <a:cs typeface="Impact"/>
                <a:sym typeface="Impact"/>
              </a:rPr>
              <a:t>I</a:t>
            </a:r>
            <a:r>
              <a:rPr lang="en" sz="30000"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 sz="300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4"/>
          <p:cNvSpPr txBox="1"/>
          <p:nvPr/>
        </p:nvSpPr>
        <p:spPr>
          <a:xfrm>
            <a:off x="3070250" y="859850"/>
            <a:ext cx="51624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0">
                <a:latin typeface="Consolas"/>
                <a:ea typeface="Consolas"/>
                <a:cs typeface="Consolas"/>
                <a:sym typeface="Consolas"/>
              </a:rPr>
              <a:t>O</a:t>
            </a:r>
            <a:endParaRPr sz="40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5"/>
          <p:cNvSpPr txBox="1"/>
          <p:nvPr/>
        </p:nvSpPr>
        <p:spPr>
          <a:xfrm>
            <a:off x="0" y="676625"/>
            <a:ext cx="98877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0"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" sz="30000">
                <a:latin typeface="Comic Sans MS"/>
                <a:ea typeface="Comic Sans MS"/>
                <a:cs typeface="Comic Sans MS"/>
                <a:sym typeface="Comic Sans MS"/>
              </a:rPr>
              <a:t>o</a:t>
            </a:r>
            <a:r>
              <a:rPr lang="en" sz="30000">
                <a:latin typeface="Impact"/>
                <a:ea typeface="Impact"/>
                <a:cs typeface="Impact"/>
                <a:sym typeface="Impact"/>
              </a:rPr>
              <a:t>O</a:t>
            </a:r>
            <a:r>
              <a:rPr lang="en" sz="30000">
                <a:latin typeface="Courier New"/>
                <a:ea typeface="Courier New"/>
                <a:cs typeface="Courier New"/>
                <a:sym typeface="Courier New"/>
              </a:rPr>
              <a:t>o</a:t>
            </a:r>
            <a:endParaRPr sz="300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6"/>
          <p:cNvSpPr txBox="1"/>
          <p:nvPr/>
        </p:nvSpPr>
        <p:spPr>
          <a:xfrm>
            <a:off x="3070250" y="859850"/>
            <a:ext cx="51624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0">
                <a:latin typeface="Consolas"/>
                <a:ea typeface="Consolas"/>
                <a:cs typeface="Consolas"/>
                <a:sym typeface="Consolas"/>
              </a:rPr>
              <a:t>U</a:t>
            </a:r>
            <a:endParaRPr sz="40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7"/>
          <p:cNvSpPr txBox="1"/>
          <p:nvPr/>
        </p:nvSpPr>
        <p:spPr>
          <a:xfrm>
            <a:off x="0" y="676625"/>
            <a:ext cx="98877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0">
                <a:latin typeface="Raleway"/>
                <a:ea typeface="Raleway"/>
                <a:cs typeface="Raleway"/>
                <a:sym typeface="Raleway"/>
              </a:rPr>
              <a:t>U</a:t>
            </a:r>
            <a:r>
              <a:rPr lang="en" sz="30000">
                <a:latin typeface="Comic Sans MS"/>
                <a:ea typeface="Comic Sans MS"/>
                <a:cs typeface="Comic Sans MS"/>
                <a:sym typeface="Comic Sans MS"/>
              </a:rPr>
              <a:t>u</a:t>
            </a:r>
            <a:r>
              <a:rPr lang="en" sz="30000">
                <a:latin typeface="Impact"/>
                <a:ea typeface="Impact"/>
                <a:cs typeface="Impact"/>
                <a:sym typeface="Impact"/>
              </a:rPr>
              <a:t>U</a:t>
            </a:r>
            <a:r>
              <a:rPr lang="en" sz="30000">
                <a:latin typeface="Courier New"/>
                <a:ea typeface="Courier New"/>
                <a:cs typeface="Courier New"/>
                <a:sym typeface="Courier New"/>
              </a:rPr>
              <a:t>u</a:t>
            </a:r>
            <a:endParaRPr sz="300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8"/>
          <p:cNvSpPr txBox="1"/>
          <p:nvPr/>
        </p:nvSpPr>
        <p:spPr>
          <a:xfrm>
            <a:off x="2552800" y="859875"/>
            <a:ext cx="51624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0">
                <a:latin typeface="Raleway"/>
                <a:ea typeface="Raleway"/>
                <a:cs typeface="Raleway"/>
                <a:sym typeface="Raleway"/>
              </a:rPr>
              <a:t>B</a:t>
            </a:r>
            <a:endParaRPr sz="400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9"/>
          <p:cNvSpPr txBox="1"/>
          <p:nvPr/>
        </p:nvSpPr>
        <p:spPr>
          <a:xfrm>
            <a:off x="-134525" y="697325"/>
            <a:ext cx="98877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0">
                <a:latin typeface="Raleway"/>
                <a:ea typeface="Raleway"/>
                <a:cs typeface="Raleway"/>
                <a:sym typeface="Raleway"/>
              </a:rPr>
              <a:t>B</a:t>
            </a:r>
            <a:r>
              <a:rPr lang="en" sz="30000">
                <a:latin typeface="Comic Sans MS"/>
                <a:ea typeface="Comic Sans MS"/>
                <a:cs typeface="Comic Sans MS"/>
                <a:sym typeface="Comic Sans MS"/>
              </a:rPr>
              <a:t>b</a:t>
            </a:r>
            <a:r>
              <a:rPr lang="en" sz="30000">
                <a:latin typeface="Impact"/>
                <a:ea typeface="Impact"/>
                <a:cs typeface="Impact"/>
                <a:sym typeface="Impact"/>
              </a:rPr>
              <a:t>B</a:t>
            </a:r>
            <a:r>
              <a:rPr lang="en" sz="30000"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sz="300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0"/>
          <p:cNvSpPr txBox="1"/>
          <p:nvPr/>
        </p:nvSpPr>
        <p:spPr>
          <a:xfrm>
            <a:off x="2552800" y="859875"/>
            <a:ext cx="51624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0">
                <a:latin typeface="Raleway"/>
                <a:ea typeface="Raleway"/>
                <a:cs typeface="Raleway"/>
                <a:sym typeface="Raleway"/>
              </a:rPr>
              <a:t>J</a:t>
            </a:r>
            <a:endParaRPr sz="400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1"/>
          <p:cNvSpPr txBox="1"/>
          <p:nvPr/>
        </p:nvSpPr>
        <p:spPr>
          <a:xfrm>
            <a:off x="993525" y="749075"/>
            <a:ext cx="98877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0">
                <a:latin typeface="Raleway"/>
                <a:ea typeface="Raleway"/>
                <a:cs typeface="Raleway"/>
                <a:sym typeface="Raleway"/>
              </a:rPr>
              <a:t>J</a:t>
            </a:r>
            <a:r>
              <a:rPr lang="en" sz="30000">
                <a:latin typeface="Comic Sans MS"/>
                <a:ea typeface="Comic Sans MS"/>
                <a:cs typeface="Comic Sans MS"/>
                <a:sym typeface="Comic Sans MS"/>
              </a:rPr>
              <a:t>j</a:t>
            </a:r>
            <a:r>
              <a:rPr lang="en" sz="30000">
                <a:latin typeface="Impact"/>
                <a:ea typeface="Impact"/>
                <a:cs typeface="Impact"/>
                <a:sym typeface="Impact"/>
              </a:rPr>
              <a:t>J</a:t>
            </a:r>
            <a:r>
              <a:rPr lang="en" sz="30000">
                <a:latin typeface="Courier New"/>
                <a:ea typeface="Courier New"/>
                <a:cs typeface="Courier New"/>
                <a:sym typeface="Courier New"/>
              </a:rPr>
              <a:t>j</a:t>
            </a:r>
            <a:endParaRPr sz="300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2"/>
          <p:cNvSpPr txBox="1"/>
          <p:nvPr/>
        </p:nvSpPr>
        <p:spPr>
          <a:xfrm>
            <a:off x="2552800" y="859875"/>
            <a:ext cx="51624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0">
                <a:latin typeface="Raleway"/>
                <a:ea typeface="Raleway"/>
                <a:cs typeface="Raleway"/>
                <a:sym typeface="Raleway"/>
              </a:rPr>
              <a:t>H</a:t>
            </a:r>
            <a:endParaRPr sz="400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3"/>
          <p:cNvSpPr txBox="1"/>
          <p:nvPr/>
        </p:nvSpPr>
        <p:spPr>
          <a:xfrm>
            <a:off x="-248375" y="707675"/>
            <a:ext cx="98877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0">
                <a:latin typeface="Raleway"/>
                <a:ea typeface="Raleway"/>
                <a:cs typeface="Raleway"/>
                <a:sym typeface="Raleway"/>
              </a:rPr>
              <a:t>H</a:t>
            </a:r>
            <a:r>
              <a:rPr lang="en" sz="30000">
                <a:latin typeface="Comic Sans MS"/>
                <a:ea typeface="Comic Sans MS"/>
                <a:cs typeface="Comic Sans MS"/>
                <a:sym typeface="Comic Sans MS"/>
              </a:rPr>
              <a:t>h</a:t>
            </a:r>
            <a:r>
              <a:rPr lang="en" sz="30000">
                <a:latin typeface="Impact"/>
                <a:ea typeface="Impact"/>
                <a:cs typeface="Impact"/>
                <a:sym typeface="Impact"/>
              </a:rPr>
              <a:t>H</a:t>
            </a:r>
            <a:r>
              <a:rPr lang="en" sz="30000">
                <a:latin typeface="Courier New"/>
                <a:ea typeface="Courier New"/>
                <a:cs typeface="Courier New"/>
                <a:sym typeface="Courier New"/>
              </a:rPr>
              <a:t>h</a:t>
            </a:r>
            <a:endParaRPr sz="300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4"/>
          <p:cNvSpPr txBox="1"/>
          <p:nvPr/>
        </p:nvSpPr>
        <p:spPr>
          <a:xfrm>
            <a:off x="2552800" y="859875"/>
            <a:ext cx="51624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0">
                <a:latin typeface="Raleway"/>
                <a:ea typeface="Raleway"/>
                <a:cs typeface="Raleway"/>
                <a:sym typeface="Raleway"/>
              </a:rPr>
              <a:t>S</a:t>
            </a:r>
            <a:endParaRPr sz="400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5"/>
          <p:cNvSpPr txBox="1"/>
          <p:nvPr/>
        </p:nvSpPr>
        <p:spPr>
          <a:xfrm>
            <a:off x="320825" y="686975"/>
            <a:ext cx="98877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0"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" sz="30000">
                <a:latin typeface="Comic Sans MS"/>
                <a:ea typeface="Comic Sans MS"/>
                <a:cs typeface="Comic Sans MS"/>
                <a:sym typeface="Comic Sans MS"/>
              </a:rPr>
              <a:t>s</a:t>
            </a:r>
            <a:r>
              <a:rPr lang="en" sz="30000">
                <a:latin typeface="Impact"/>
                <a:ea typeface="Impact"/>
                <a:cs typeface="Impact"/>
                <a:sym typeface="Impact"/>
              </a:rPr>
              <a:t>S</a:t>
            </a:r>
            <a:r>
              <a:rPr lang="en" sz="30000">
                <a:latin typeface="Courier New"/>
                <a:ea typeface="Courier New"/>
                <a:cs typeface="Courier New"/>
                <a:sym typeface="Courier New"/>
              </a:rPr>
              <a:t>s</a:t>
            </a:r>
            <a:endParaRPr sz="300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6"/>
          <p:cNvSpPr txBox="1"/>
          <p:nvPr/>
        </p:nvSpPr>
        <p:spPr>
          <a:xfrm>
            <a:off x="2552800" y="859875"/>
            <a:ext cx="51624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0">
                <a:latin typeface="Raleway"/>
                <a:ea typeface="Raleway"/>
                <a:cs typeface="Raleway"/>
                <a:sym typeface="Raleway"/>
              </a:rPr>
              <a:t>P</a:t>
            </a:r>
            <a:endParaRPr sz="400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7"/>
          <p:cNvSpPr txBox="1"/>
          <p:nvPr/>
        </p:nvSpPr>
        <p:spPr>
          <a:xfrm>
            <a:off x="113850" y="707675"/>
            <a:ext cx="9887700" cy="3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0">
                <a:latin typeface="Raleway"/>
                <a:ea typeface="Raleway"/>
                <a:cs typeface="Raleway"/>
                <a:sym typeface="Raleway"/>
              </a:rPr>
              <a:t>P</a:t>
            </a:r>
            <a:r>
              <a:rPr lang="en" sz="30000">
                <a:latin typeface="Comic Sans MS"/>
                <a:ea typeface="Comic Sans MS"/>
                <a:cs typeface="Comic Sans MS"/>
                <a:sym typeface="Comic Sans MS"/>
              </a:rPr>
              <a:t>p</a:t>
            </a:r>
            <a:r>
              <a:rPr lang="en" sz="30000">
                <a:latin typeface="Impact"/>
                <a:ea typeface="Impact"/>
                <a:cs typeface="Impact"/>
                <a:sym typeface="Impact"/>
              </a:rPr>
              <a:t>P</a:t>
            </a:r>
            <a:r>
              <a:rPr lang="en" sz="30000">
                <a:latin typeface="Courier New"/>
                <a:ea typeface="Courier New"/>
                <a:cs typeface="Courier New"/>
                <a:sym typeface="Courier New"/>
              </a:rPr>
              <a:t>p</a:t>
            </a:r>
            <a:endParaRPr sz="300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