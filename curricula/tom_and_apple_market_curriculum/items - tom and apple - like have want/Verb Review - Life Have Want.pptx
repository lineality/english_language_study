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4a0863d58_213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4a0863d58_2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4a0863d58_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4a0863d58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a0863d58_22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a0863d58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a0863d58_23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a0863d58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a0863d58_26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a0863d58_2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a0863d58_26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4a0863d58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a0863d58_27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a0863d58_2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a0863d58_27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4a0863d58_2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4a0863d58_24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4a0863d58_2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4a0863d58_213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4a0863d58_2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4a0863d58_212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4a0863d58_2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4a0863d58_213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4a0863d58_2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4a0863d58_212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4a0863d58_2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a0863d58_213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a0863d58_2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4a0863d58_214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4a0863d58_21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4a0863d58_214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4a0863d58_2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4a0863d58_214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4a0863d58_21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4a0863d58_213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4a0863d58_21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a0863d58_21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a0863d58_2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4a0863d58_24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4a0863d58_2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4a0863d58_212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4a0863d58_2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4a0863d58_29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4a0863d58_2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4a0863d58_214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4a0863d58_2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4a0863d58_29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4a0863d58_2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4a0863d58_210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4a0863d58_2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4a0863d58_210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4a0863d58_2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4a0863d58_21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4a0863d58_2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4a0863d58_21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4a0863d58_2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4a0863d58_211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4a0863d58_21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4a0863d58_212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4a0863d58_2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21.jp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9.jp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gif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Relationship Id="rId4" Type="http://schemas.openxmlformats.org/officeDocument/2006/relationships/image" Target="../media/image1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gif"/><Relationship Id="rId4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gif"/><Relationship Id="rId4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gif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/>
        </p:nvSpPr>
        <p:spPr>
          <a:xfrm>
            <a:off x="694475" y="408200"/>
            <a:ext cx="4852500" cy="4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like  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have  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want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8" name="Google Shape;28;p8"/>
          <p:cNvSpPr txBox="1"/>
          <p:nvPr/>
        </p:nvSpPr>
        <p:spPr>
          <a:xfrm>
            <a:off x="5083950" y="408200"/>
            <a:ext cx="46122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LIKE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HAVE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WANT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/>
        </p:nvSpPr>
        <p:spPr>
          <a:xfrm>
            <a:off x="742900" y="1595100"/>
            <a:ext cx="4852500" cy="4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latin typeface="Droid Sans"/>
                <a:ea typeface="Droid Sans"/>
                <a:cs typeface="Droid Sans"/>
                <a:sym typeface="Droid Sans"/>
              </a:rPr>
              <a:t>like  </a:t>
            </a:r>
            <a:endParaRPr b="1" sz="11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34" name="Google Shape;34;p9"/>
          <p:cNvSpPr txBox="1"/>
          <p:nvPr/>
        </p:nvSpPr>
        <p:spPr>
          <a:xfrm>
            <a:off x="5132375" y="1595100"/>
            <a:ext cx="46122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latin typeface="Droid Sans"/>
                <a:ea typeface="Droid Sans"/>
                <a:cs typeface="Droid Sans"/>
                <a:sym typeface="Droid Sans"/>
              </a:rPr>
              <a:t>LIKE</a:t>
            </a:r>
            <a:endParaRPr b="1" sz="11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10"/>
          <p:cNvGrpSpPr/>
          <p:nvPr/>
        </p:nvGrpSpPr>
        <p:grpSpPr>
          <a:xfrm>
            <a:off x="62185" y="510945"/>
            <a:ext cx="493314" cy="447277"/>
            <a:chOff x="6848550" y="1223847"/>
            <a:chExt cx="657840" cy="733842"/>
          </a:xfrm>
        </p:grpSpPr>
        <p:sp>
          <p:nvSpPr>
            <p:cNvPr id="40" name="Google Shape;40;p10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1" name="Google Shape;41;p10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2" name="Google Shape;42;p10"/>
          <p:cNvGrpSpPr/>
          <p:nvPr/>
        </p:nvGrpSpPr>
        <p:grpSpPr>
          <a:xfrm>
            <a:off x="946952" y="619468"/>
            <a:ext cx="4382835" cy="3904579"/>
            <a:chOff x="2219953" y="61800"/>
            <a:chExt cx="1229338" cy="1128687"/>
          </a:xfrm>
        </p:grpSpPr>
        <p:sp>
          <p:nvSpPr>
            <p:cNvPr id="43" name="Google Shape;43;p10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143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4" name="Google Shape;44;p10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143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5" name="Google Shape;45;p10"/>
          <p:cNvGrpSpPr/>
          <p:nvPr/>
        </p:nvGrpSpPr>
        <p:grpSpPr>
          <a:xfrm>
            <a:off x="3254949" y="4636752"/>
            <a:ext cx="493263" cy="447186"/>
            <a:chOff x="5167188" y="540648"/>
            <a:chExt cx="454495" cy="384842"/>
          </a:xfrm>
        </p:grpSpPr>
        <p:sp>
          <p:nvSpPr>
            <p:cNvPr id="46" name="Google Shape;46;p10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7" name="Google Shape;47;p10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8" name="Google Shape;48;p10"/>
          <p:cNvGrpSpPr/>
          <p:nvPr/>
        </p:nvGrpSpPr>
        <p:grpSpPr>
          <a:xfrm>
            <a:off x="711441" y="3902612"/>
            <a:ext cx="493307" cy="447184"/>
            <a:chOff x="1671584" y="478388"/>
            <a:chExt cx="254387" cy="200720"/>
          </a:xfrm>
        </p:grpSpPr>
        <p:sp>
          <p:nvSpPr>
            <p:cNvPr id="49" name="Google Shape;49;p10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0" name="Google Shape;50;p10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1" name="Google Shape;51;p10"/>
          <p:cNvGrpSpPr/>
          <p:nvPr/>
        </p:nvGrpSpPr>
        <p:grpSpPr>
          <a:xfrm>
            <a:off x="4966387" y="3273044"/>
            <a:ext cx="500447" cy="451552"/>
            <a:chOff x="3971075" y="353300"/>
            <a:chExt cx="407862" cy="401344"/>
          </a:xfrm>
        </p:grpSpPr>
        <p:sp>
          <p:nvSpPr>
            <p:cNvPr id="52" name="Google Shape;52;p10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" name="Google Shape;53;p10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4" name="Google Shape;54;p10"/>
          <p:cNvSpPr/>
          <p:nvPr/>
        </p:nvSpPr>
        <p:spPr>
          <a:xfrm>
            <a:off x="4389475" y="1433475"/>
            <a:ext cx="169175" cy="142475"/>
          </a:xfrm>
          <a:custGeom>
            <a:rect b="b" l="l" r="r" t="t"/>
            <a:pathLst>
              <a:path extrusionOk="0" h="5699" w="6767">
                <a:moveTo>
                  <a:pt x="6767" y="0"/>
                </a:moveTo>
                <a:cubicBezTo>
                  <a:pt x="6282" y="2909"/>
                  <a:pt x="2949" y="5699"/>
                  <a:pt x="0" y="5699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" name="Google Shape;55;p10"/>
          <p:cNvSpPr/>
          <p:nvPr/>
        </p:nvSpPr>
        <p:spPr>
          <a:xfrm>
            <a:off x="4541875" y="1585875"/>
            <a:ext cx="169175" cy="142475"/>
          </a:xfrm>
          <a:custGeom>
            <a:rect b="b" l="l" r="r" t="t"/>
            <a:pathLst>
              <a:path extrusionOk="0" h="5699" w="6767">
                <a:moveTo>
                  <a:pt x="6767" y="0"/>
                </a:moveTo>
                <a:cubicBezTo>
                  <a:pt x="6282" y="2909"/>
                  <a:pt x="2949" y="5699"/>
                  <a:pt x="0" y="5699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" name="Google Shape;56;p10"/>
          <p:cNvSpPr/>
          <p:nvPr/>
        </p:nvSpPr>
        <p:spPr>
          <a:xfrm>
            <a:off x="4576450" y="1451275"/>
            <a:ext cx="106850" cy="178075"/>
          </a:xfrm>
          <a:custGeom>
            <a:rect b="b" l="l" r="r" t="t"/>
            <a:pathLst>
              <a:path extrusionOk="0" h="7123" w="4274">
                <a:moveTo>
                  <a:pt x="0" y="0"/>
                </a:moveTo>
                <a:cubicBezTo>
                  <a:pt x="0" y="2769"/>
                  <a:pt x="2315" y="5166"/>
                  <a:pt x="4274" y="7123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" name="Google Shape;57;p10"/>
          <p:cNvSpPr/>
          <p:nvPr/>
        </p:nvSpPr>
        <p:spPr>
          <a:xfrm>
            <a:off x="4420638" y="1568075"/>
            <a:ext cx="106850" cy="178075"/>
          </a:xfrm>
          <a:custGeom>
            <a:rect b="b" l="l" r="r" t="t"/>
            <a:pathLst>
              <a:path extrusionOk="0" h="7123" w="4274">
                <a:moveTo>
                  <a:pt x="0" y="0"/>
                </a:moveTo>
                <a:cubicBezTo>
                  <a:pt x="0" y="2769"/>
                  <a:pt x="2315" y="5166"/>
                  <a:pt x="4274" y="7123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" name="Google Shape;58;p10"/>
          <p:cNvSpPr txBox="1"/>
          <p:nvPr/>
        </p:nvSpPr>
        <p:spPr>
          <a:xfrm>
            <a:off x="6241925" y="-1246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1"/>
                </a:solidFill>
              </a:rPr>
              <a:t>like</a:t>
            </a:r>
            <a:endParaRPr sz="10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1"/>
                </a:solidFill>
              </a:rPr>
              <a:t>LIKE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60176" y="1443824"/>
            <a:ext cx="3508574" cy="3795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11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65" name="Google Shape;65;p11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" name="Google Shape;66;p11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7" name="Google Shape;67;p11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68" name="Google Shape;68;p11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" name="Google Shape;69;p11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0" name="Google Shape;70;p11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71" name="Google Shape;71;p11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" name="Google Shape;72;p11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3" name="Google Shape;73;p11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74" name="Google Shape;74;p11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5" name="Google Shape;75;p11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6" name="Google Shape;76;p11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77" name="Google Shape;77;p11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" name="Google Shape;78;p11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" name="Google Shape;79;p11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80" name="Google Shape;80;p11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1" name="Google Shape;81;p11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2" name="Google Shape;82;p11"/>
          <p:cNvGrpSpPr/>
          <p:nvPr/>
        </p:nvGrpSpPr>
        <p:grpSpPr>
          <a:xfrm>
            <a:off x="4678666" y="1145910"/>
            <a:ext cx="269720" cy="216794"/>
            <a:chOff x="6110979" y="1267145"/>
            <a:chExt cx="454534" cy="606926"/>
          </a:xfrm>
        </p:grpSpPr>
        <p:sp>
          <p:nvSpPr>
            <p:cNvPr id="83" name="Google Shape;83;p11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" name="Google Shape;84;p11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5" name="Google Shape;85;p11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86" name="Google Shape;86;p11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" name="Google Shape;87;p11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8" name="Google Shape;88;p11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89" name="Google Shape;89;p11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" name="Google Shape;90;p11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1" name="Google Shape;91;p11"/>
          <p:cNvGrpSpPr/>
          <p:nvPr/>
        </p:nvGrpSpPr>
        <p:grpSpPr>
          <a:xfrm>
            <a:off x="5346137" y="1391223"/>
            <a:ext cx="350127" cy="327783"/>
            <a:chOff x="4626950" y="1995223"/>
            <a:chExt cx="350127" cy="327783"/>
          </a:xfrm>
        </p:grpSpPr>
        <p:sp>
          <p:nvSpPr>
            <p:cNvPr id="92" name="Google Shape;92;p11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" name="Google Shape;93;p11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4" name="Google Shape;94;p11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95" name="Google Shape;95;p11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" name="Google Shape;96;p11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7" name="Google Shape;97;p11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98" name="Google Shape;98;p11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9" name="Google Shape;99;p11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00" name="Google Shape;100;p11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101" name="Google Shape;101;p11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2" name="Google Shape;102;p11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03" name="Google Shape;103;p11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4" name="Google Shape;104;p11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" name="Google Shape;105;p11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" name="Google Shape;106;p11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" name="Google Shape;107;p11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" name="Google Shape;108;p11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1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" name="Google Shape;110;p11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" name="Google Shape;111;p11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8542529" y="1362696"/>
            <a:ext cx="254387" cy="200779"/>
            <a:chOff x="6848550" y="1223847"/>
            <a:chExt cx="657840" cy="733842"/>
          </a:xfrm>
        </p:grpSpPr>
        <p:sp>
          <p:nvSpPr>
            <p:cNvPr id="113" name="Google Shape;113;p11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" name="Google Shape;114;p11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15" name="Google Shape;115;p11"/>
          <p:cNvGrpSpPr/>
          <p:nvPr/>
        </p:nvGrpSpPr>
        <p:grpSpPr>
          <a:xfrm>
            <a:off x="7685167" y="1443813"/>
            <a:ext cx="407857" cy="384834"/>
            <a:chOff x="191192" y="479250"/>
            <a:chExt cx="407857" cy="384834"/>
          </a:xfrm>
        </p:grpSpPr>
        <p:sp>
          <p:nvSpPr>
            <p:cNvPr id="116" name="Google Shape;116;p11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" name="Google Shape;117;p11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123" name="Google Shape;123;p12"/>
          <p:cNvSpPr/>
          <p:nvPr/>
        </p:nvSpPr>
        <p:spPr>
          <a:xfrm rot="-329842">
            <a:off x="4128580" y="2205792"/>
            <a:ext cx="516425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" name="Google Shape;124;p12"/>
          <p:cNvSpPr/>
          <p:nvPr/>
        </p:nvSpPr>
        <p:spPr>
          <a:xfrm>
            <a:off x="3668275" y="1344450"/>
            <a:ext cx="730100" cy="139075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" name="Google Shape;125;p12"/>
          <p:cNvSpPr/>
          <p:nvPr/>
        </p:nvSpPr>
        <p:spPr>
          <a:xfrm>
            <a:off x="3089163" y="1660725"/>
            <a:ext cx="730100" cy="110523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6" name="Google Shape;126;p12"/>
          <p:cNvSpPr/>
          <p:nvPr/>
        </p:nvSpPr>
        <p:spPr>
          <a:xfrm>
            <a:off x="2760125" y="480800"/>
            <a:ext cx="108600" cy="789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00650" y="2546425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" name="Google Shape;128;p12"/>
          <p:cNvSpPr/>
          <p:nvPr/>
        </p:nvSpPr>
        <p:spPr>
          <a:xfrm>
            <a:off x="1246500" y="1006100"/>
            <a:ext cx="89050" cy="8900"/>
          </a:xfrm>
          <a:custGeom>
            <a:rect b="b" l="l" r="r" t="t"/>
            <a:pathLst>
              <a:path extrusionOk="0" h="356" w="3562">
                <a:moveTo>
                  <a:pt x="3562" y="356"/>
                </a:moveTo>
                <a:cubicBezTo>
                  <a:pt x="2385" y="160"/>
                  <a:pt x="1193" y="0"/>
                  <a:pt x="0" y="0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9" name="Google Shape;129;p12"/>
          <p:cNvSpPr/>
          <p:nvPr/>
        </p:nvSpPr>
        <p:spPr>
          <a:xfrm>
            <a:off x="1415675" y="845850"/>
            <a:ext cx="44525" cy="89025"/>
          </a:xfrm>
          <a:custGeom>
            <a:rect b="b" l="l" r="r" t="t"/>
            <a:pathLst>
              <a:path extrusionOk="0" h="3561" w="1781">
                <a:moveTo>
                  <a:pt x="0" y="0"/>
                </a:moveTo>
                <a:cubicBezTo>
                  <a:pt x="493" y="1232"/>
                  <a:pt x="1360" y="2302"/>
                  <a:pt x="1781" y="3561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Google Shape;130;p12"/>
          <p:cNvSpPr/>
          <p:nvPr/>
        </p:nvSpPr>
        <p:spPr>
          <a:xfrm>
            <a:off x="229100" y="523500"/>
            <a:ext cx="269677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381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" name="Google Shape;131;p12"/>
          <p:cNvSpPr/>
          <p:nvPr/>
        </p:nvSpPr>
        <p:spPr>
          <a:xfrm>
            <a:off x="3062850" y="1353350"/>
            <a:ext cx="8900" cy="106850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" name="Google Shape;132;p12"/>
          <p:cNvSpPr/>
          <p:nvPr/>
        </p:nvSpPr>
        <p:spPr>
          <a:xfrm>
            <a:off x="4767875" y="1184175"/>
            <a:ext cx="44525" cy="124650"/>
          </a:xfrm>
          <a:custGeom>
            <a:rect b="b" l="l" r="r" t="t"/>
            <a:pathLst>
              <a:path extrusionOk="0" h="4986" w="1781">
                <a:moveTo>
                  <a:pt x="1781" y="0"/>
                </a:moveTo>
                <a:cubicBezTo>
                  <a:pt x="891" y="2493"/>
                  <a:pt x="891" y="2493"/>
                  <a:pt x="0" y="4986"/>
                </a:cubicBezTo>
              </a:path>
            </a:pathLst>
          </a:cu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3" name="Google Shape;133;p12"/>
          <p:cNvSpPr/>
          <p:nvPr/>
        </p:nvSpPr>
        <p:spPr>
          <a:xfrm rot="-318128">
            <a:off x="1008910" y="2072841"/>
            <a:ext cx="1272371" cy="1364032"/>
          </a:xfrm>
          <a:custGeom>
            <a:rect b="b" l="l" r="r" t="t"/>
            <a:pathLst>
              <a:path extrusionOk="0" h="54553" w="47602">
                <a:moveTo>
                  <a:pt x="16611" y="3189"/>
                </a:moveTo>
                <a:cubicBezTo>
                  <a:pt x="24886" y="1121"/>
                  <a:pt x="38434" y="-688"/>
                  <a:pt x="41898" y="7107"/>
                </a:cubicBezTo>
                <a:cubicBezTo>
                  <a:pt x="46043" y="16435"/>
                  <a:pt x="49355" y="27570"/>
                  <a:pt x="46528" y="37379"/>
                </a:cubicBezTo>
                <a:cubicBezTo>
                  <a:pt x="44502" y="44408"/>
                  <a:pt x="38764" y="51163"/>
                  <a:pt x="31926" y="53762"/>
                </a:cubicBezTo>
                <a:cubicBezTo>
                  <a:pt x="24260" y="56675"/>
                  <a:pt x="14594" y="50619"/>
                  <a:pt x="9132" y="44502"/>
                </a:cubicBezTo>
                <a:cubicBezTo>
                  <a:pt x="2340" y="36895"/>
                  <a:pt x="3244" y="24771"/>
                  <a:pt x="2722" y="14586"/>
                </a:cubicBezTo>
                <a:cubicBezTo>
                  <a:pt x="2479" y="9838"/>
                  <a:pt x="-2544" y="1707"/>
                  <a:pt x="2010" y="340"/>
                </a:cubicBezTo>
                <a:cubicBezTo>
                  <a:pt x="5429" y="-686"/>
                  <a:pt x="9125" y="1053"/>
                  <a:pt x="12694" y="1053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4" name="Google Shape;134;p12"/>
          <p:cNvSpPr/>
          <p:nvPr/>
        </p:nvSpPr>
        <p:spPr>
          <a:xfrm rot="-318128">
            <a:off x="1681190" y="2352909"/>
            <a:ext cx="343740" cy="395885"/>
          </a:xfrm>
          <a:custGeom>
            <a:rect b="b" l="l" r="r" t="t"/>
            <a:pathLst>
              <a:path extrusionOk="0" h="15833" w="12860">
                <a:moveTo>
                  <a:pt x="0" y="10060"/>
                </a:moveTo>
                <a:cubicBezTo>
                  <a:pt x="3265" y="6795"/>
                  <a:pt x="5052" y="-614"/>
                  <a:pt x="9616" y="88"/>
                </a:cubicBezTo>
                <a:cubicBezTo>
                  <a:pt x="14800" y="885"/>
                  <a:pt x="13280" y="14486"/>
                  <a:pt x="8192" y="15758"/>
                </a:cubicBezTo>
                <a:cubicBezTo>
                  <a:pt x="5795" y="16357"/>
                  <a:pt x="6127" y="10809"/>
                  <a:pt x="3918" y="9704"/>
                </a:cubicBezTo>
              </a:path>
            </a:pathLst>
          </a:custGeom>
          <a:noFill/>
          <a:ln cap="flat" cmpd="sng" w="2857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" name="Google Shape;135;p12"/>
          <p:cNvSpPr/>
          <p:nvPr/>
        </p:nvSpPr>
        <p:spPr>
          <a:xfrm rot="-318128">
            <a:off x="1333400" y="2644236"/>
            <a:ext cx="195900" cy="185128"/>
          </a:xfrm>
          <a:custGeom>
            <a:rect b="b" l="l" r="r" t="t"/>
            <a:pathLst>
              <a:path extrusionOk="0" h="7404" w="7329">
                <a:moveTo>
                  <a:pt x="4366" y="356"/>
                </a:moveTo>
                <a:cubicBezTo>
                  <a:pt x="5880" y="2173"/>
                  <a:pt x="8699" y="6245"/>
                  <a:pt x="6503" y="7123"/>
                </a:cubicBezTo>
                <a:cubicBezTo>
                  <a:pt x="4550" y="7904"/>
                  <a:pt x="1818" y="6939"/>
                  <a:pt x="449" y="5342"/>
                </a:cubicBezTo>
                <a:cubicBezTo>
                  <a:pt x="-799" y="3886"/>
                  <a:pt x="766" y="606"/>
                  <a:pt x="2586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" name="Google Shape;136;p12"/>
          <p:cNvSpPr/>
          <p:nvPr/>
        </p:nvSpPr>
        <p:spPr>
          <a:xfrm rot="-318297">
            <a:off x="1785750" y="2484201"/>
            <a:ext cx="230864" cy="124686"/>
          </a:xfrm>
          <a:custGeom>
            <a:rect b="b" l="l" r="r" t="t"/>
            <a:pathLst>
              <a:path extrusionOk="0" h="6648" w="8903">
                <a:moveTo>
                  <a:pt x="0" y="0"/>
                </a:moveTo>
                <a:cubicBezTo>
                  <a:pt x="755" y="2267"/>
                  <a:pt x="968" y="5572"/>
                  <a:pt x="3205" y="6411"/>
                </a:cubicBezTo>
                <a:cubicBezTo>
                  <a:pt x="5038" y="7099"/>
                  <a:pt x="7274" y="6072"/>
                  <a:pt x="8903" y="4986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Google Shape;137;p12"/>
          <p:cNvSpPr/>
          <p:nvPr/>
        </p:nvSpPr>
        <p:spPr>
          <a:xfrm rot="-318128">
            <a:off x="1919036" y="2452031"/>
            <a:ext cx="10184" cy="52383"/>
          </a:xfrm>
          <a:custGeom>
            <a:rect b="b" l="l" r="r" t="t"/>
            <a:pathLst>
              <a:path extrusionOk="0" h="2095" w="381">
                <a:moveTo>
                  <a:pt x="0" y="0"/>
                </a:moveTo>
                <a:cubicBezTo>
                  <a:pt x="0" y="710"/>
                  <a:pt x="64" y="1460"/>
                  <a:pt x="381" y="209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8" name="Google Shape;138;p12"/>
          <p:cNvSpPr/>
          <p:nvPr/>
        </p:nvSpPr>
        <p:spPr>
          <a:xfrm rot="-318128">
            <a:off x="1435800" y="2697306"/>
            <a:ext cx="20368" cy="28579"/>
          </a:xfrm>
          <a:custGeom>
            <a:rect b="b" l="l" r="r" t="t"/>
            <a:pathLst>
              <a:path extrusionOk="0" h="1143" w="762">
                <a:moveTo>
                  <a:pt x="762" y="1143"/>
                </a:moveTo>
                <a:cubicBezTo>
                  <a:pt x="381" y="572"/>
                  <a:pt x="381" y="572"/>
                  <a:pt x="0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" name="Google Shape;139;p12"/>
          <p:cNvSpPr/>
          <p:nvPr/>
        </p:nvSpPr>
        <p:spPr>
          <a:xfrm rot="-318128">
            <a:off x="1759636" y="3111918"/>
            <a:ext cx="25473" cy="47632"/>
          </a:xfrm>
          <a:custGeom>
            <a:rect b="b" l="l" r="r" t="t"/>
            <a:pathLst>
              <a:path extrusionOk="0" h="1905" w="953">
                <a:moveTo>
                  <a:pt x="0" y="0"/>
                </a:moveTo>
                <a:cubicBezTo>
                  <a:pt x="502" y="502"/>
                  <a:pt x="953" y="1195"/>
                  <a:pt x="953" y="1905"/>
                </a:cubicBezTo>
              </a:path>
            </a:pathLst>
          </a:cu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0" name="Google Shape;140;p12"/>
          <p:cNvSpPr/>
          <p:nvPr/>
        </p:nvSpPr>
        <p:spPr>
          <a:xfrm rot="-318128">
            <a:off x="2069421" y="3359260"/>
            <a:ext cx="230862" cy="1947045"/>
          </a:xfrm>
          <a:custGeom>
            <a:rect b="b" l="l" r="r" t="t"/>
            <a:pathLst>
              <a:path extrusionOk="0" h="77870" w="8637">
                <a:moveTo>
                  <a:pt x="0" y="231"/>
                </a:moveTo>
                <a:cubicBezTo>
                  <a:pt x="7401" y="-1618"/>
                  <a:pt x="7350" y="14017"/>
                  <a:pt x="8192" y="21599"/>
                </a:cubicBezTo>
                <a:cubicBezTo>
                  <a:pt x="9794" y="36017"/>
                  <a:pt x="5699" y="50542"/>
                  <a:pt x="5699" y="65049"/>
                </a:cubicBezTo>
                <a:cubicBezTo>
                  <a:pt x="5699" y="69323"/>
                  <a:pt x="3788" y="74048"/>
                  <a:pt x="5699" y="7787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" name="Google Shape;141;p12"/>
          <p:cNvSpPr/>
          <p:nvPr/>
        </p:nvSpPr>
        <p:spPr>
          <a:xfrm rot="-318128">
            <a:off x="2154559" y="2817328"/>
            <a:ext cx="913877" cy="610618"/>
          </a:xfrm>
          <a:custGeom>
            <a:rect b="b" l="l" r="r" t="t"/>
            <a:pathLst>
              <a:path extrusionOk="0" h="24421" w="34190">
                <a:moveTo>
                  <a:pt x="0" y="24421"/>
                </a:moveTo>
                <a:cubicBezTo>
                  <a:pt x="4888" y="23199"/>
                  <a:pt x="9412" y="19881"/>
                  <a:pt x="12465" y="15874"/>
                </a:cubicBezTo>
                <a:cubicBezTo>
                  <a:pt x="14171" y="13635"/>
                  <a:pt x="13569" y="8395"/>
                  <a:pt x="16383" y="8395"/>
                </a:cubicBezTo>
                <a:cubicBezTo>
                  <a:pt x="18260" y="8395"/>
                  <a:pt x="18261" y="14351"/>
                  <a:pt x="19588" y="13024"/>
                </a:cubicBezTo>
                <a:cubicBezTo>
                  <a:pt x="21327" y="11285"/>
                  <a:pt x="23612" y="4617"/>
                  <a:pt x="25286" y="4477"/>
                </a:cubicBezTo>
                <a:cubicBezTo>
                  <a:pt x="27355" y="4304"/>
                  <a:pt x="25352" y="8186"/>
                  <a:pt x="27423" y="8038"/>
                </a:cubicBezTo>
                <a:cubicBezTo>
                  <a:pt x="30776" y="7799"/>
                  <a:pt x="32686" y="-2448"/>
                  <a:pt x="34190" y="559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" name="Google Shape;142;p12"/>
          <p:cNvSpPr/>
          <p:nvPr/>
        </p:nvSpPr>
        <p:spPr>
          <a:xfrm rot="-318128">
            <a:off x="2205233" y="3333183"/>
            <a:ext cx="1132817" cy="773517"/>
          </a:xfrm>
          <a:custGeom>
            <a:rect b="b" l="l" r="r" t="t"/>
            <a:pathLst>
              <a:path extrusionOk="0" h="30936" w="42381">
                <a:moveTo>
                  <a:pt x="0" y="8643"/>
                </a:moveTo>
                <a:cubicBezTo>
                  <a:pt x="3541" y="13960"/>
                  <a:pt x="9391" y="17499"/>
                  <a:pt x="12821" y="22889"/>
                </a:cubicBezTo>
                <a:cubicBezTo>
                  <a:pt x="13917" y="24612"/>
                  <a:pt x="15299" y="26143"/>
                  <a:pt x="16382" y="27875"/>
                </a:cubicBezTo>
                <a:cubicBezTo>
                  <a:pt x="16976" y="28825"/>
                  <a:pt x="17434" y="31574"/>
                  <a:pt x="18163" y="30724"/>
                </a:cubicBezTo>
                <a:cubicBezTo>
                  <a:pt x="23490" y="24510"/>
                  <a:pt x="23314" y="15175"/>
                  <a:pt x="26354" y="7575"/>
                </a:cubicBezTo>
                <a:cubicBezTo>
                  <a:pt x="27399" y="4962"/>
                  <a:pt x="27479" y="445"/>
                  <a:pt x="30272" y="96"/>
                </a:cubicBezTo>
                <a:cubicBezTo>
                  <a:pt x="36398" y="-669"/>
                  <a:pt x="31721" y="14760"/>
                  <a:pt x="37395" y="17191"/>
                </a:cubicBezTo>
                <a:cubicBezTo>
                  <a:pt x="38868" y="17822"/>
                  <a:pt x="36955" y="15526"/>
                  <a:pt x="37395" y="13985"/>
                </a:cubicBezTo>
                <a:cubicBezTo>
                  <a:pt x="38445" y="10309"/>
                  <a:pt x="40414" y="6935"/>
                  <a:pt x="42381" y="3657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3" name="Google Shape;143;p12"/>
          <p:cNvSpPr/>
          <p:nvPr/>
        </p:nvSpPr>
        <p:spPr>
          <a:xfrm>
            <a:off x="792423" y="1609150"/>
            <a:ext cx="154099" cy="213680"/>
          </a:xfrm>
          <a:custGeom>
            <a:rect b="b" l="l" r="r" t="t"/>
            <a:pathLst>
              <a:path extrusionOk="0" h="3997" w="5999">
                <a:moveTo>
                  <a:pt x="5101" y="0"/>
                </a:moveTo>
                <a:cubicBezTo>
                  <a:pt x="5264" y="1301"/>
                  <a:pt x="6729" y="4235"/>
                  <a:pt x="5457" y="3917"/>
                </a:cubicBezTo>
                <a:cubicBezTo>
                  <a:pt x="-5723" y="1119"/>
                  <a:pt x="4219" y="2672"/>
                  <a:pt x="1539" y="1780"/>
                </a:cubicBezTo>
              </a:path>
            </a:pathLst>
          </a:custGeom>
          <a:noFill/>
          <a:ln cap="flat" cmpd="sng" w="381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Google Shape;144;p12"/>
          <p:cNvSpPr/>
          <p:nvPr/>
        </p:nvSpPr>
        <p:spPr>
          <a:xfrm>
            <a:off x="1833297" y="546500"/>
            <a:ext cx="222163" cy="194422"/>
          </a:xfrm>
          <a:custGeom>
            <a:rect b="b" l="l" r="r" t="t"/>
            <a:pathLst>
              <a:path extrusionOk="0" h="7123" w="12185">
                <a:moveTo>
                  <a:pt x="0" y="0"/>
                </a:moveTo>
                <a:cubicBezTo>
                  <a:pt x="2871" y="2871"/>
                  <a:pt x="8121" y="1391"/>
                  <a:pt x="11753" y="3206"/>
                </a:cubicBezTo>
                <a:cubicBezTo>
                  <a:pt x="13137" y="3898"/>
                  <a:pt x="10354" y="6029"/>
                  <a:pt x="9260" y="712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" name="Google Shape;145;p12"/>
          <p:cNvSpPr/>
          <p:nvPr/>
        </p:nvSpPr>
        <p:spPr>
          <a:xfrm rot="8669977">
            <a:off x="4230275" y="460802"/>
            <a:ext cx="8900" cy="106848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46" name="Google Shape;14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260151" y="883600"/>
            <a:ext cx="3832824" cy="45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/>
          <p:nvPr/>
        </p:nvSpPr>
        <p:spPr>
          <a:xfrm>
            <a:off x="8848213" y="1388963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3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153" name="Google Shape;153;p13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4" name="Google Shape;154;p13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55" name="Google Shape;155;p13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156" name="Google Shape;156;p13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7" name="Google Shape;157;p13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58" name="Google Shape;158;p13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159" name="Google Shape;159;p13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0" name="Google Shape;160;p13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61" name="Google Shape;161;p13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162" name="Google Shape;162;p13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3" name="Google Shape;163;p13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64" name="Google Shape;164;p13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165" name="Google Shape;165;p13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6" name="Google Shape;166;p13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67" name="Google Shape;167;p13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168" name="Google Shape;168;p13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9" name="Google Shape;169;p13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0" name="Google Shape;170;p13"/>
          <p:cNvGrpSpPr/>
          <p:nvPr/>
        </p:nvGrpSpPr>
        <p:grpSpPr>
          <a:xfrm>
            <a:off x="4678666" y="1145910"/>
            <a:ext cx="269720" cy="216794"/>
            <a:chOff x="6110979" y="1267145"/>
            <a:chExt cx="454534" cy="606926"/>
          </a:xfrm>
        </p:grpSpPr>
        <p:sp>
          <p:nvSpPr>
            <p:cNvPr id="171" name="Google Shape;171;p13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2" name="Google Shape;172;p13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3" name="Google Shape;173;p13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174" name="Google Shape;174;p13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" name="Google Shape;175;p13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6" name="Google Shape;176;p13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177" name="Google Shape;177;p13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8" name="Google Shape;178;p13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79" name="Google Shape;179;p13"/>
          <p:cNvGrpSpPr/>
          <p:nvPr/>
        </p:nvGrpSpPr>
        <p:grpSpPr>
          <a:xfrm>
            <a:off x="4626950" y="1995223"/>
            <a:ext cx="350127" cy="327783"/>
            <a:chOff x="4626950" y="1995223"/>
            <a:chExt cx="350127" cy="327783"/>
          </a:xfrm>
        </p:grpSpPr>
        <p:sp>
          <p:nvSpPr>
            <p:cNvPr id="180" name="Google Shape;180;p13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1" name="Google Shape;181;p13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2" name="Google Shape;182;p13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183" name="Google Shape;183;p13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" name="Google Shape;184;p13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5" name="Google Shape;185;p13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186" name="Google Shape;186;p13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7" name="Google Shape;187;p13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8" name="Google Shape;188;p13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189" name="Google Shape;189;p13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0" name="Google Shape;190;p13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91" name="Google Shape;191;p13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2" name="Google Shape;192;p13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3" name="Google Shape;193;p13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4" name="Google Shape;194;p13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Google Shape;195;p13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13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7" name="Google Shape;197;p13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8" name="Google Shape;198;p13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9" name="Google Shape;199;p13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grpSp>
        <p:nvGrpSpPr>
          <p:cNvPr id="200" name="Google Shape;200;p13"/>
          <p:cNvGrpSpPr/>
          <p:nvPr/>
        </p:nvGrpSpPr>
        <p:grpSpPr>
          <a:xfrm>
            <a:off x="8487579" y="2303046"/>
            <a:ext cx="254387" cy="200779"/>
            <a:chOff x="6848550" y="1223847"/>
            <a:chExt cx="657840" cy="733842"/>
          </a:xfrm>
        </p:grpSpPr>
        <p:sp>
          <p:nvSpPr>
            <p:cNvPr id="201" name="Google Shape;201;p13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2" name="Google Shape;202;p13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03" name="Google Shape;203;p13"/>
          <p:cNvGrpSpPr/>
          <p:nvPr/>
        </p:nvGrpSpPr>
        <p:grpSpPr>
          <a:xfrm>
            <a:off x="8218392" y="1488550"/>
            <a:ext cx="407857" cy="384834"/>
            <a:chOff x="191192" y="479250"/>
            <a:chExt cx="407857" cy="384834"/>
          </a:xfrm>
        </p:grpSpPr>
        <p:sp>
          <p:nvSpPr>
            <p:cNvPr id="204" name="Google Shape;204;p13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5" name="Google Shape;205;p13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206" name="Google Shape;20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144" y="2091350"/>
            <a:ext cx="3714906" cy="30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212" name="Google Shape;212;p14"/>
          <p:cNvSpPr/>
          <p:nvPr/>
        </p:nvSpPr>
        <p:spPr>
          <a:xfrm rot="-329842">
            <a:off x="4128580" y="2205792"/>
            <a:ext cx="516425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14"/>
          <p:cNvSpPr/>
          <p:nvPr/>
        </p:nvSpPr>
        <p:spPr>
          <a:xfrm>
            <a:off x="3668275" y="1344450"/>
            <a:ext cx="730100" cy="139075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4" name="Google Shape;214;p14"/>
          <p:cNvSpPr/>
          <p:nvPr/>
        </p:nvSpPr>
        <p:spPr>
          <a:xfrm>
            <a:off x="2847363" y="1660725"/>
            <a:ext cx="730100" cy="110523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5" name="Google Shape;215;p14"/>
          <p:cNvSpPr/>
          <p:nvPr/>
        </p:nvSpPr>
        <p:spPr>
          <a:xfrm>
            <a:off x="2760125" y="480800"/>
            <a:ext cx="108600" cy="789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158850" y="2546425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7" name="Google Shape;217;p14"/>
          <p:cNvSpPr/>
          <p:nvPr/>
        </p:nvSpPr>
        <p:spPr>
          <a:xfrm>
            <a:off x="1246500" y="1006100"/>
            <a:ext cx="89050" cy="8900"/>
          </a:xfrm>
          <a:custGeom>
            <a:rect b="b" l="l" r="r" t="t"/>
            <a:pathLst>
              <a:path extrusionOk="0" h="356" w="3562">
                <a:moveTo>
                  <a:pt x="3562" y="356"/>
                </a:moveTo>
                <a:cubicBezTo>
                  <a:pt x="2385" y="160"/>
                  <a:pt x="1193" y="0"/>
                  <a:pt x="0" y="0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8" name="Google Shape;218;p14"/>
          <p:cNvSpPr/>
          <p:nvPr/>
        </p:nvSpPr>
        <p:spPr>
          <a:xfrm>
            <a:off x="1415675" y="845850"/>
            <a:ext cx="44525" cy="89025"/>
          </a:xfrm>
          <a:custGeom>
            <a:rect b="b" l="l" r="r" t="t"/>
            <a:pathLst>
              <a:path extrusionOk="0" h="3561" w="1781">
                <a:moveTo>
                  <a:pt x="0" y="0"/>
                </a:moveTo>
                <a:cubicBezTo>
                  <a:pt x="493" y="1232"/>
                  <a:pt x="1360" y="2302"/>
                  <a:pt x="1781" y="3561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" name="Google Shape;219;p14"/>
          <p:cNvSpPr/>
          <p:nvPr/>
        </p:nvSpPr>
        <p:spPr>
          <a:xfrm>
            <a:off x="229100" y="523500"/>
            <a:ext cx="269677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381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0" name="Google Shape;220;p14"/>
          <p:cNvSpPr/>
          <p:nvPr/>
        </p:nvSpPr>
        <p:spPr>
          <a:xfrm>
            <a:off x="3062850" y="1353350"/>
            <a:ext cx="8900" cy="106850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1" name="Google Shape;221;p14"/>
          <p:cNvSpPr/>
          <p:nvPr/>
        </p:nvSpPr>
        <p:spPr>
          <a:xfrm>
            <a:off x="4767875" y="1184175"/>
            <a:ext cx="44525" cy="124650"/>
          </a:xfrm>
          <a:custGeom>
            <a:rect b="b" l="l" r="r" t="t"/>
            <a:pathLst>
              <a:path extrusionOk="0" h="4986" w="1781">
                <a:moveTo>
                  <a:pt x="1781" y="0"/>
                </a:moveTo>
                <a:cubicBezTo>
                  <a:pt x="891" y="2493"/>
                  <a:pt x="891" y="2493"/>
                  <a:pt x="0" y="4986"/>
                </a:cubicBezTo>
              </a:path>
            </a:pathLst>
          </a:cu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2" name="Google Shape;222;p14"/>
          <p:cNvSpPr/>
          <p:nvPr/>
        </p:nvSpPr>
        <p:spPr>
          <a:xfrm rot="-318128">
            <a:off x="767110" y="2072841"/>
            <a:ext cx="1272371" cy="1364032"/>
          </a:xfrm>
          <a:custGeom>
            <a:rect b="b" l="l" r="r" t="t"/>
            <a:pathLst>
              <a:path extrusionOk="0" h="54553" w="47602">
                <a:moveTo>
                  <a:pt x="16611" y="3189"/>
                </a:moveTo>
                <a:cubicBezTo>
                  <a:pt x="24886" y="1121"/>
                  <a:pt x="38434" y="-688"/>
                  <a:pt x="41898" y="7107"/>
                </a:cubicBezTo>
                <a:cubicBezTo>
                  <a:pt x="46043" y="16435"/>
                  <a:pt x="49355" y="27570"/>
                  <a:pt x="46528" y="37379"/>
                </a:cubicBezTo>
                <a:cubicBezTo>
                  <a:pt x="44502" y="44408"/>
                  <a:pt x="38764" y="51163"/>
                  <a:pt x="31926" y="53762"/>
                </a:cubicBezTo>
                <a:cubicBezTo>
                  <a:pt x="24260" y="56675"/>
                  <a:pt x="14594" y="50619"/>
                  <a:pt x="9132" y="44502"/>
                </a:cubicBezTo>
                <a:cubicBezTo>
                  <a:pt x="2340" y="36895"/>
                  <a:pt x="3244" y="24771"/>
                  <a:pt x="2722" y="14586"/>
                </a:cubicBezTo>
                <a:cubicBezTo>
                  <a:pt x="2479" y="9838"/>
                  <a:pt x="-2544" y="1707"/>
                  <a:pt x="2010" y="340"/>
                </a:cubicBezTo>
                <a:cubicBezTo>
                  <a:pt x="5429" y="-686"/>
                  <a:pt x="9125" y="1053"/>
                  <a:pt x="12694" y="1053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3" name="Google Shape;223;p14"/>
          <p:cNvSpPr/>
          <p:nvPr/>
        </p:nvSpPr>
        <p:spPr>
          <a:xfrm rot="-318128">
            <a:off x="1439390" y="2352909"/>
            <a:ext cx="343740" cy="395885"/>
          </a:xfrm>
          <a:custGeom>
            <a:rect b="b" l="l" r="r" t="t"/>
            <a:pathLst>
              <a:path extrusionOk="0" h="15833" w="12860">
                <a:moveTo>
                  <a:pt x="0" y="10060"/>
                </a:moveTo>
                <a:cubicBezTo>
                  <a:pt x="3265" y="6795"/>
                  <a:pt x="5052" y="-614"/>
                  <a:pt x="9616" y="88"/>
                </a:cubicBezTo>
                <a:cubicBezTo>
                  <a:pt x="14800" y="885"/>
                  <a:pt x="13280" y="14486"/>
                  <a:pt x="8192" y="15758"/>
                </a:cubicBezTo>
                <a:cubicBezTo>
                  <a:pt x="5795" y="16357"/>
                  <a:pt x="6127" y="10809"/>
                  <a:pt x="3918" y="9704"/>
                </a:cubicBezTo>
              </a:path>
            </a:pathLst>
          </a:custGeom>
          <a:noFill/>
          <a:ln cap="flat" cmpd="sng" w="2857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4" name="Google Shape;224;p14"/>
          <p:cNvSpPr/>
          <p:nvPr/>
        </p:nvSpPr>
        <p:spPr>
          <a:xfrm rot="-318128">
            <a:off x="1091600" y="2644236"/>
            <a:ext cx="195900" cy="185128"/>
          </a:xfrm>
          <a:custGeom>
            <a:rect b="b" l="l" r="r" t="t"/>
            <a:pathLst>
              <a:path extrusionOk="0" h="7404" w="7329">
                <a:moveTo>
                  <a:pt x="4366" y="356"/>
                </a:moveTo>
                <a:cubicBezTo>
                  <a:pt x="5880" y="2173"/>
                  <a:pt x="8699" y="6245"/>
                  <a:pt x="6503" y="7123"/>
                </a:cubicBezTo>
                <a:cubicBezTo>
                  <a:pt x="4550" y="7904"/>
                  <a:pt x="1818" y="6939"/>
                  <a:pt x="449" y="5342"/>
                </a:cubicBezTo>
                <a:cubicBezTo>
                  <a:pt x="-799" y="3886"/>
                  <a:pt x="766" y="606"/>
                  <a:pt x="2586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5" name="Google Shape;225;p14"/>
          <p:cNvSpPr/>
          <p:nvPr/>
        </p:nvSpPr>
        <p:spPr>
          <a:xfrm rot="-318297">
            <a:off x="1543950" y="2484201"/>
            <a:ext cx="230864" cy="124686"/>
          </a:xfrm>
          <a:custGeom>
            <a:rect b="b" l="l" r="r" t="t"/>
            <a:pathLst>
              <a:path extrusionOk="0" h="6648" w="8903">
                <a:moveTo>
                  <a:pt x="0" y="0"/>
                </a:moveTo>
                <a:cubicBezTo>
                  <a:pt x="755" y="2267"/>
                  <a:pt x="968" y="5572"/>
                  <a:pt x="3205" y="6411"/>
                </a:cubicBezTo>
                <a:cubicBezTo>
                  <a:pt x="5038" y="7099"/>
                  <a:pt x="7274" y="6072"/>
                  <a:pt x="8903" y="4986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6" name="Google Shape;226;p14"/>
          <p:cNvSpPr/>
          <p:nvPr/>
        </p:nvSpPr>
        <p:spPr>
          <a:xfrm rot="-318128">
            <a:off x="1677236" y="2452031"/>
            <a:ext cx="10184" cy="52383"/>
          </a:xfrm>
          <a:custGeom>
            <a:rect b="b" l="l" r="r" t="t"/>
            <a:pathLst>
              <a:path extrusionOk="0" h="2095" w="381">
                <a:moveTo>
                  <a:pt x="0" y="0"/>
                </a:moveTo>
                <a:cubicBezTo>
                  <a:pt x="0" y="710"/>
                  <a:pt x="64" y="1460"/>
                  <a:pt x="381" y="209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7" name="Google Shape;227;p14"/>
          <p:cNvSpPr/>
          <p:nvPr/>
        </p:nvSpPr>
        <p:spPr>
          <a:xfrm rot="-318128">
            <a:off x="1194000" y="2697306"/>
            <a:ext cx="20368" cy="28579"/>
          </a:xfrm>
          <a:custGeom>
            <a:rect b="b" l="l" r="r" t="t"/>
            <a:pathLst>
              <a:path extrusionOk="0" h="1143" w="762">
                <a:moveTo>
                  <a:pt x="762" y="1143"/>
                </a:moveTo>
                <a:cubicBezTo>
                  <a:pt x="381" y="572"/>
                  <a:pt x="381" y="572"/>
                  <a:pt x="0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8" name="Google Shape;228;p14"/>
          <p:cNvSpPr/>
          <p:nvPr/>
        </p:nvSpPr>
        <p:spPr>
          <a:xfrm rot="-318128">
            <a:off x="1517836" y="3111918"/>
            <a:ext cx="25473" cy="47632"/>
          </a:xfrm>
          <a:custGeom>
            <a:rect b="b" l="l" r="r" t="t"/>
            <a:pathLst>
              <a:path extrusionOk="0" h="1905" w="953">
                <a:moveTo>
                  <a:pt x="0" y="0"/>
                </a:moveTo>
                <a:cubicBezTo>
                  <a:pt x="502" y="502"/>
                  <a:pt x="953" y="1195"/>
                  <a:pt x="953" y="1905"/>
                </a:cubicBezTo>
              </a:path>
            </a:pathLst>
          </a:cu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" name="Google Shape;229;p14"/>
          <p:cNvSpPr/>
          <p:nvPr/>
        </p:nvSpPr>
        <p:spPr>
          <a:xfrm rot="-318128">
            <a:off x="1827621" y="3359260"/>
            <a:ext cx="230862" cy="1947045"/>
          </a:xfrm>
          <a:custGeom>
            <a:rect b="b" l="l" r="r" t="t"/>
            <a:pathLst>
              <a:path extrusionOk="0" h="77870" w="8637">
                <a:moveTo>
                  <a:pt x="0" y="231"/>
                </a:moveTo>
                <a:cubicBezTo>
                  <a:pt x="7401" y="-1618"/>
                  <a:pt x="7350" y="14017"/>
                  <a:pt x="8192" y="21599"/>
                </a:cubicBezTo>
                <a:cubicBezTo>
                  <a:pt x="9794" y="36017"/>
                  <a:pt x="5699" y="50542"/>
                  <a:pt x="5699" y="65049"/>
                </a:cubicBezTo>
                <a:cubicBezTo>
                  <a:pt x="5699" y="69323"/>
                  <a:pt x="3788" y="74048"/>
                  <a:pt x="5699" y="7787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0" name="Google Shape;230;p14"/>
          <p:cNvSpPr/>
          <p:nvPr/>
        </p:nvSpPr>
        <p:spPr>
          <a:xfrm rot="-318128">
            <a:off x="1912759" y="2817328"/>
            <a:ext cx="913877" cy="610618"/>
          </a:xfrm>
          <a:custGeom>
            <a:rect b="b" l="l" r="r" t="t"/>
            <a:pathLst>
              <a:path extrusionOk="0" h="24421" w="34190">
                <a:moveTo>
                  <a:pt x="0" y="24421"/>
                </a:moveTo>
                <a:cubicBezTo>
                  <a:pt x="4888" y="23199"/>
                  <a:pt x="9412" y="19881"/>
                  <a:pt x="12465" y="15874"/>
                </a:cubicBezTo>
                <a:cubicBezTo>
                  <a:pt x="14171" y="13635"/>
                  <a:pt x="13569" y="8395"/>
                  <a:pt x="16383" y="8395"/>
                </a:cubicBezTo>
                <a:cubicBezTo>
                  <a:pt x="18260" y="8395"/>
                  <a:pt x="18261" y="14351"/>
                  <a:pt x="19588" y="13024"/>
                </a:cubicBezTo>
                <a:cubicBezTo>
                  <a:pt x="21327" y="11285"/>
                  <a:pt x="23612" y="4617"/>
                  <a:pt x="25286" y="4477"/>
                </a:cubicBezTo>
                <a:cubicBezTo>
                  <a:pt x="27355" y="4304"/>
                  <a:pt x="25352" y="8186"/>
                  <a:pt x="27423" y="8038"/>
                </a:cubicBezTo>
                <a:cubicBezTo>
                  <a:pt x="30776" y="7799"/>
                  <a:pt x="32686" y="-2448"/>
                  <a:pt x="34190" y="559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1" name="Google Shape;231;p14"/>
          <p:cNvSpPr/>
          <p:nvPr/>
        </p:nvSpPr>
        <p:spPr>
          <a:xfrm rot="-318128">
            <a:off x="1963433" y="3333183"/>
            <a:ext cx="1132817" cy="773517"/>
          </a:xfrm>
          <a:custGeom>
            <a:rect b="b" l="l" r="r" t="t"/>
            <a:pathLst>
              <a:path extrusionOk="0" h="30936" w="42381">
                <a:moveTo>
                  <a:pt x="0" y="8643"/>
                </a:moveTo>
                <a:cubicBezTo>
                  <a:pt x="3541" y="13960"/>
                  <a:pt x="9391" y="17499"/>
                  <a:pt x="12821" y="22889"/>
                </a:cubicBezTo>
                <a:cubicBezTo>
                  <a:pt x="13917" y="24612"/>
                  <a:pt x="15299" y="26143"/>
                  <a:pt x="16382" y="27875"/>
                </a:cubicBezTo>
                <a:cubicBezTo>
                  <a:pt x="16976" y="28825"/>
                  <a:pt x="17434" y="31574"/>
                  <a:pt x="18163" y="30724"/>
                </a:cubicBezTo>
                <a:cubicBezTo>
                  <a:pt x="23490" y="24510"/>
                  <a:pt x="23314" y="15175"/>
                  <a:pt x="26354" y="7575"/>
                </a:cubicBezTo>
                <a:cubicBezTo>
                  <a:pt x="27399" y="4962"/>
                  <a:pt x="27479" y="445"/>
                  <a:pt x="30272" y="96"/>
                </a:cubicBezTo>
                <a:cubicBezTo>
                  <a:pt x="36398" y="-669"/>
                  <a:pt x="31721" y="14760"/>
                  <a:pt x="37395" y="17191"/>
                </a:cubicBezTo>
                <a:cubicBezTo>
                  <a:pt x="38868" y="17822"/>
                  <a:pt x="36955" y="15526"/>
                  <a:pt x="37395" y="13985"/>
                </a:cubicBezTo>
                <a:cubicBezTo>
                  <a:pt x="38445" y="10309"/>
                  <a:pt x="40414" y="6935"/>
                  <a:pt x="42381" y="3657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2" name="Google Shape;232;p14"/>
          <p:cNvSpPr/>
          <p:nvPr/>
        </p:nvSpPr>
        <p:spPr>
          <a:xfrm>
            <a:off x="550623" y="1609150"/>
            <a:ext cx="154099" cy="213680"/>
          </a:xfrm>
          <a:custGeom>
            <a:rect b="b" l="l" r="r" t="t"/>
            <a:pathLst>
              <a:path extrusionOk="0" h="3997" w="5999">
                <a:moveTo>
                  <a:pt x="5101" y="0"/>
                </a:moveTo>
                <a:cubicBezTo>
                  <a:pt x="5264" y="1301"/>
                  <a:pt x="6729" y="4235"/>
                  <a:pt x="5457" y="3917"/>
                </a:cubicBezTo>
                <a:cubicBezTo>
                  <a:pt x="-5723" y="1119"/>
                  <a:pt x="4219" y="2672"/>
                  <a:pt x="1539" y="1780"/>
                </a:cubicBezTo>
              </a:path>
            </a:pathLst>
          </a:custGeom>
          <a:noFill/>
          <a:ln cap="flat" cmpd="sng" w="381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3" name="Google Shape;233;p14"/>
          <p:cNvSpPr/>
          <p:nvPr/>
        </p:nvSpPr>
        <p:spPr>
          <a:xfrm>
            <a:off x="1833297" y="546500"/>
            <a:ext cx="222163" cy="194422"/>
          </a:xfrm>
          <a:custGeom>
            <a:rect b="b" l="l" r="r" t="t"/>
            <a:pathLst>
              <a:path extrusionOk="0" h="7123" w="12185">
                <a:moveTo>
                  <a:pt x="0" y="0"/>
                </a:moveTo>
                <a:cubicBezTo>
                  <a:pt x="2871" y="2871"/>
                  <a:pt x="8121" y="1391"/>
                  <a:pt x="11753" y="3206"/>
                </a:cubicBezTo>
                <a:cubicBezTo>
                  <a:pt x="13137" y="3898"/>
                  <a:pt x="10354" y="6029"/>
                  <a:pt x="9260" y="712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4" name="Google Shape;234;p14"/>
          <p:cNvSpPr/>
          <p:nvPr/>
        </p:nvSpPr>
        <p:spPr>
          <a:xfrm rot="8669977">
            <a:off x="4230275" y="460802"/>
            <a:ext cx="8900" cy="106848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" name="Google Shape;235;p14"/>
          <p:cNvSpPr/>
          <p:nvPr/>
        </p:nvSpPr>
        <p:spPr>
          <a:xfrm>
            <a:off x="7799600" y="1148550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36" name="Google Shape;236;p14"/>
          <p:cNvPicPr preferRelativeResize="0"/>
          <p:nvPr/>
        </p:nvPicPr>
        <p:blipFill rotWithShape="1">
          <a:blip r:embed="rId3">
            <a:alphaModFix/>
          </a:blip>
          <a:srcRect b="2650" l="23032" r="19687" t="8422"/>
          <a:stretch/>
        </p:blipFill>
        <p:spPr>
          <a:xfrm rot="-1">
            <a:off x="5073505" y="1288399"/>
            <a:ext cx="3610714" cy="39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5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242" name="Google Shape;242;p15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3" name="Google Shape;243;p15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44" name="Google Shape;244;p15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245" name="Google Shape;245;p15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6" name="Google Shape;246;p15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47" name="Google Shape;247;p15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248" name="Google Shape;248;p15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9" name="Google Shape;249;p15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50" name="Google Shape;250;p15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251" name="Google Shape;251;p15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2" name="Google Shape;252;p15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53" name="Google Shape;253;p15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254" name="Google Shape;254;p15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5" name="Google Shape;255;p15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56" name="Google Shape;256;p15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257" name="Google Shape;257;p15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8" name="Google Shape;258;p15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59" name="Google Shape;259;p15"/>
          <p:cNvGrpSpPr/>
          <p:nvPr/>
        </p:nvGrpSpPr>
        <p:grpSpPr>
          <a:xfrm>
            <a:off x="4667154" y="1081073"/>
            <a:ext cx="269720" cy="216794"/>
            <a:chOff x="6110979" y="1267145"/>
            <a:chExt cx="454534" cy="606926"/>
          </a:xfrm>
        </p:grpSpPr>
        <p:sp>
          <p:nvSpPr>
            <p:cNvPr id="260" name="Google Shape;260;p15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1" name="Google Shape;261;p15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62" name="Google Shape;262;p15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263" name="Google Shape;263;p15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4" name="Google Shape;264;p15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65" name="Google Shape;265;p15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266" name="Google Shape;266;p15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7" name="Google Shape;267;p15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68" name="Google Shape;268;p15"/>
          <p:cNvGrpSpPr/>
          <p:nvPr/>
        </p:nvGrpSpPr>
        <p:grpSpPr>
          <a:xfrm>
            <a:off x="4626950" y="1995223"/>
            <a:ext cx="350127" cy="327783"/>
            <a:chOff x="4626950" y="1995223"/>
            <a:chExt cx="350127" cy="327783"/>
          </a:xfrm>
        </p:grpSpPr>
        <p:sp>
          <p:nvSpPr>
            <p:cNvPr id="269" name="Google Shape;269;p15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0" name="Google Shape;270;p15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71" name="Google Shape;271;p15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272" name="Google Shape;272;p15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3" name="Google Shape;273;p15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74" name="Google Shape;274;p15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275" name="Google Shape;275;p15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6" name="Google Shape;276;p15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77" name="Google Shape;277;p15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278" name="Google Shape;278;p15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9" name="Google Shape;279;p15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80" name="Google Shape;280;p15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1" name="Google Shape;281;p15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2" name="Google Shape;282;p15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3" name="Google Shape;283;p15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4" name="Google Shape;284;p15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5" name="Google Shape;285;p15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6" name="Google Shape;286;p15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7" name="Google Shape;287;p15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8" name="Google Shape;288;p15"/>
          <p:cNvSpPr txBox="1"/>
          <p:nvPr/>
        </p:nvSpPr>
        <p:spPr>
          <a:xfrm>
            <a:off x="6259975" y="2259563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grpSp>
        <p:nvGrpSpPr>
          <p:cNvPr id="289" name="Google Shape;289;p15"/>
          <p:cNvGrpSpPr/>
          <p:nvPr/>
        </p:nvGrpSpPr>
        <p:grpSpPr>
          <a:xfrm>
            <a:off x="8754029" y="2819033"/>
            <a:ext cx="254387" cy="200779"/>
            <a:chOff x="6848550" y="1223847"/>
            <a:chExt cx="657840" cy="733842"/>
          </a:xfrm>
        </p:grpSpPr>
        <p:sp>
          <p:nvSpPr>
            <p:cNvPr id="290" name="Google Shape;290;p15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1" name="Google Shape;291;p15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92" name="Google Shape;292;p15"/>
          <p:cNvGrpSpPr/>
          <p:nvPr/>
        </p:nvGrpSpPr>
        <p:grpSpPr>
          <a:xfrm>
            <a:off x="8215392" y="2297313"/>
            <a:ext cx="407857" cy="384834"/>
            <a:chOff x="191192" y="479250"/>
            <a:chExt cx="407857" cy="384834"/>
          </a:xfrm>
        </p:grpSpPr>
        <p:sp>
          <p:nvSpPr>
            <p:cNvPr id="293" name="Google Shape;293;p15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" name="Google Shape;294;p15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295" name="Google Shape;2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855" y="3290900"/>
            <a:ext cx="2429145" cy="186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8825" y="2819025"/>
            <a:ext cx="2588475" cy="25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5"/>
          <p:cNvPicPr preferRelativeResize="0"/>
          <p:nvPr/>
        </p:nvPicPr>
        <p:blipFill rotWithShape="1">
          <a:blip r:embed="rId5">
            <a:alphaModFix/>
          </a:blip>
          <a:srcRect b="7652" l="2781" r="6045" t="4398"/>
          <a:stretch/>
        </p:blipFill>
        <p:spPr>
          <a:xfrm>
            <a:off x="5091888" y="147225"/>
            <a:ext cx="2968500" cy="2978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303" name="Google Shape;303;p16"/>
          <p:cNvSpPr/>
          <p:nvPr/>
        </p:nvSpPr>
        <p:spPr>
          <a:xfrm rot="-329842">
            <a:off x="4128580" y="2205792"/>
            <a:ext cx="516425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4" name="Google Shape;304;p16"/>
          <p:cNvSpPr/>
          <p:nvPr/>
        </p:nvSpPr>
        <p:spPr>
          <a:xfrm>
            <a:off x="3668275" y="1344450"/>
            <a:ext cx="730100" cy="139075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5" name="Google Shape;305;p16"/>
          <p:cNvSpPr/>
          <p:nvPr/>
        </p:nvSpPr>
        <p:spPr>
          <a:xfrm>
            <a:off x="2847363" y="1660725"/>
            <a:ext cx="730100" cy="110523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6" name="Google Shape;306;p16"/>
          <p:cNvSpPr/>
          <p:nvPr/>
        </p:nvSpPr>
        <p:spPr>
          <a:xfrm>
            <a:off x="2760125" y="480800"/>
            <a:ext cx="108600" cy="789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158850" y="2546425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8" name="Google Shape;308;p16"/>
          <p:cNvSpPr/>
          <p:nvPr/>
        </p:nvSpPr>
        <p:spPr>
          <a:xfrm>
            <a:off x="1246500" y="1006100"/>
            <a:ext cx="89050" cy="8900"/>
          </a:xfrm>
          <a:custGeom>
            <a:rect b="b" l="l" r="r" t="t"/>
            <a:pathLst>
              <a:path extrusionOk="0" h="356" w="3562">
                <a:moveTo>
                  <a:pt x="3562" y="356"/>
                </a:moveTo>
                <a:cubicBezTo>
                  <a:pt x="2385" y="160"/>
                  <a:pt x="1193" y="0"/>
                  <a:pt x="0" y="0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9" name="Google Shape;309;p16"/>
          <p:cNvSpPr/>
          <p:nvPr/>
        </p:nvSpPr>
        <p:spPr>
          <a:xfrm>
            <a:off x="1415675" y="845850"/>
            <a:ext cx="44525" cy="89025"/>
          </a:xfrm>
          <a:custGeom>
            <a:rect b="b" l="l" r="r" t="t"/>
            <a:pathLst>
              <a:path extrusionOk="0" h="3561" w="1781">
                <a:moveTo>
                  <a:pt x="0" y="0"/>
                </a:moveTo>
                <a:cubicBezTo>
                  <a:pt x="493" y="1232"/>
                  <a:pt x="1360" y="2302"/>
                  <a:pt x="1781" y="3561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0" name="Google Shape;310;p16"/>
          <p:cNvSpPr/>
          <p:nvPr/>
        </p:nvSpPr>
        <p:spPr>
          <a:xfrm>
            <a:off x="229100" y="523500"/>
            <a:ext cx="269677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381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1" name="Google Shape;311;p16"/>
          <p:cNvSpPr/>
          <p:nvPr/>
        </p:nvSpPr>
        <p:spPr>
          <a:xfrm>
            <a:off x="3062850" y="1353350"/>
            <a:ext cx="8900" cy="106850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2" name="Google Shape;312;p16"/>
          <p:cNvSpPr/>
          <p:nvPr/>
        </p:nvSpPr>
        <p:spPr>
          <a:xfrm>
            <a:off x="4767875" y="1184175"/>
            <a:ext cx="44525" cy="124650"/>
          </a:xfrm>
          <a:custGeom>
            <a:rect b="b" l="l" r="r" t="t"/>
            <a:pathLst>
              <a:path extrusionOk="0" h="4986" w="1781">
                <a:moveTo>
                  <a:pt x="1781" y="0"/>
                </a:moveTo>
                <a:cubicBezTo>
                  <a:pt x="891" y="2493"/>
                  <a:pt x="891" y="2493"/>
                  <a:pt x="0" y="4986"/>
                </a:cubicBezTo>
              </a:path>
            </a:pathLst>
          </a:cu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3" name="Google Shape;313;p16"/>
          <p:cNvSpPr/>
          <p:nvPr/>
        </p:nvSpPr>
        <p:spPr>
          <a:xfrm rot="-318128">
            <a:off x="767110" y="2072841"/>
            <a:ext cx="1272371" cy="1364032"/>
          </a:xfrm>
          <a:custGeom>
            <a:rect b="b" l="l" r="r" t="t"/>
            <a:pathLst>
              <a:path extrusionOk="0" h="54553" w="47602">
                <a:moveTo>
                  <a:pt x="16611" y="3189"/>
                </a:moveTo>
                <a:cubicBezTo>
                  <a:pt x="24886" y="1121"/>
                  <a:pt x="38434" y="-688"/>
                  <a:pt x="41898" y="7107"/>
                </a:cubicBezTo>
                <a:cubicBezTo>
                  <a:pt x="46043" y="16435"/>
                  <a:pt x="49355" y="27570"/>
                  <a:pt x="46528" y="37379"/>
                </a:cubicBezTo>
                <a:cubicBezTo>
                  <a:pt x="44502" y="44408"/>
                  <a:pt x="38764" y="51163"/>
                  <a:pt x="31926" y="53762"/>
                </a:cubicBezTo>
                <a:cubicBezTo>
                  <a:pt x="24260" y="56675"/>
                  <a:pt x="14594" y="50619"/>
                  <a:pt x="9132" y="44502"/>
                </a:cubicBezTo>
                <a:cubicBezTo>
                  <a:pt x="2340" y="36895"/>
                  <a:pt x="3244" y="24771"/>
                  <a:pt x="2722" y="14586"/>
                </a:cubicBezTo>
                <a:cubicBezTo>
                  <a:pt x="2479" y="9838"/>
                  <a:pt x="-2544" y="1707"/>
                  <a:pt x="2010" y="340"/>
                </a:cubicBezTo>
                <a:cubicBezTo>
                  <a:pt x="5429" y="-686"/>
                  <a:pt x="9125" y="1053"/>
                  <a:pt x="12694" y="1053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4" name="Google Shape;314;p16"/>
          <p:cNvSpPr/>
          <p:nvPr/>
        </p:nvSpPr>
        <p:spPr>
          <a:xfrm rot="-318128">
            <a:off x="1439390" y="2352909"/>
            <a:ext cx="343740" cy="395885"/>
          </a:xfrm>
          <a:custGeom>
            <a:rect b="b" l="l" r="r" t="t"/>
            <a:pathLst>
              <a:path extrusionOk="0" h="15833" w="12860">
                <a:moveTo>
                  <a:pt x="0" y="10060"/>
                </a:moveTo>
                <a:cubicBezTo>
                  <a:pt x="3265" y="6795"/>
                  <a:pt x="5052" y="-614"/>
                  <a:pt x="9616" y="88"/>
                </a:cubicBezTo>
                <a:cubicBezTo>
                  <a:pt x="14800" y="885"/>
                  <a:pt x="13280" y="14486"/>
                  <a:pt x="8192" y="15758"/>
                </a:cubicBezTo>
                <a:cubicBezTo>
                  <a:pt x="5795" y="16357"/>
                  <a:pt x="6127" y="10809"/>
                  <a:pt x="3918" y="9704"/>
                </a:cubicBezTo>
              </a:path>
            </a:pathLst>
          </a:custGeom>
          <a:noFill/>
          <a:ln cap="flat" cmpd="sng" w="2857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5" name="Google Shape;315;p16"/>
          <p:cNvSpPr/>
          <p:nvPr/>
        </p:nvSpPr>
        <p:spPr>
          <a:xfrm rot="-318128">
            <a:off x="1091600" y="2644236"/>
            <a:ext cx="195900" cy="185128"/>
          </a:xfrm>
          <a:custGeom>
            <a:rect b="b" l="l" r="r" t="t"/>
            <a:pathLst>
              <a:path extrusionOk="0" h="7404" w="7329">
                <a:moveTo>
                  <a:pt x="4366" y="356"/>
                </a:moveTo>
                <a:cubicBezTo>
                  <a:pt x="5880" y="2173"/>
                  <a:pt x="8699" y="6245"/>
                  <a:pt x="6503" y="7123"/>
                </a:cubicBezTo>
                <a:cubicBezTo>
                  <a:pt x="4550" y="7904"/>
                  <a:pt x="1818" y="6939"/>
                  <a:pt x="449" y="5342"/>
                </a:cubicBezTo>
                <a:cubicBezTo>
                  <a:pt x="-799" y="3886"/>
                  <a:pt x="766" y="606"/>
                  <a:pt x="2586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6" name="Google Shape;316;p16"/>
          <p:cNvSpPr/>
          <p:nvPr/>
        </p:nvSpPr>
        <p:spPr>
          <a:xfrm rot="-318297">
            <a:off x="1543950" y="2484201"/>
            <a:ext cx="230864" cy="124686"/>
          </a:xfrm>
          <a:custGeom>
            <a:rect b="b" l="l" r="r" t="t"/>
            <a:pathLst>
              <a:path extrusionOk="0" h="6648" w="8903">
                <a:moveTo>
                  <a:pt x="0" y="0"/>
                </a:moveTo>
                <a:cubicBezTo>
                  <a:pt x="755" y="2267"/>
                  <a:pt x="968" y="5572"/>
                  <a:pt x="3205" y="6411"/>
                </a:cubicBezTo>
                <a:cubicBezTo>
                  <a:pt x="5038" y="7099"/>
                  <a:pt x="7274" y="6072"/>
                  <a:pt x="8903" y="4986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7" name="Google Shape;317;p16"/>
          <p:cNvSpPr/>
          <p:nvPr/>
        </p:nvSpPr>
        <p:spPr>
          <a:xfrm rot="-318128">
            <a:off x="1677236" y="2452031"/>
            <a:ext cx="10184" cy="52383"/>
          </a:xfrm>
          <a:custGeom>
            <a:rect b="b" l="l" r="r" t="t"/>
            <a:pathLst>
              <a:path extrusionOk="0" h="2095" w="381">
                <a:moveTo>
                  <a:pt x="0" y="0"/>
                </a:moveTo>
                <a:cubicBezTo>
                  <a:pt x="0" y="710"/>
                  <a:pt x="64" y="1460"/>
                  <a:pt x="381" y="209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8" name="Google Shape;318;p16"/>
          <p:cNvSpPr/>
          <p:nvPr/>
        </p:nvSpPr>
        <p:spPr>
          <a:xfrm rot="-318128">
            <a:off x="1194000" y="2697306"/>
            <a:ext cx="20368" cy="28579"/>
          </a:xfrm>
          <a:custGeom>
            <a:rect b="b" l="l" r="r" t="t"/>
            <a:pathLst>
              <a:path extrusionOk="0" h="1143" w="762">
                <a:moveTo>
                  <a:pt x="762" y="1143"/>
                </a:moveTo>
                <a:cubicBezTo>
                  <a:pt x="381" y="572"/>
                  <a:pt x="381" y="572"/>
                  <a:pt x="0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9" name="Google Shape;319;p16"/>
          <p:cNvSpPr/>
          <p:nvPr/>
        </p:nvSpPr>
        <p:spPr>
          <a:xfrm rot="-318128">
            <a:off x="1517836" y="3111918"/>
            <a:ext cx="25473" cy="47632"/>
          </a:xfrm>
          <a:custGeom>
            <a:rect b="b" l="l" r="r" t="t"/>
            <a:pathLst>
              <a:path extrusionOk="0" h="1905" w="953">
                <a:moveTo>
                  <a:pt x="0" y="0"/>
                </a:moveTo>
                <a:cubicBezTo>
                  <a:pt x="502" y="502"/>
                  <a:pt x="953" y="1195"/>
                  <a:pt x="953" y="1905"/>
                </a:cubicBezTo>
              </a:path>
            </a:pathLst>
          </a:cu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0" name="Google Shape;320;p16"/>
          <p:cNvSpPr/>
          <p:nvPr/>
        </p:nvSpPr>
        <p:spPr>
          <a:xfrm rot="-318128">
            <a:off x="1827621" y="3359260"/>
            <a:ext cx="230862" cy="1947045"/>
          </a:xfrm>
          <a:custGeom>
            <a:rect b="b" l="l" r="r" t="t"/>
            <a:pathLst>
              <a:path extrusionOk="0" h="77870" w="8637">
                <a:moveTo>
                  <a:pt x="0" y="231"/>
                </a:moveTo>
                <a:cubicBezTo>
                  <a:pt x="7401" y="-1618"/>
                  <a:pt x="7350" y="14017"/>
                  <a:pt x="8192" y="21599"/>
                </a:cubicBezTo>
                <a:cubicBezTo>
                  <a:pt x="9794" y="36017"/>
                  <a:pt x="5699" y="50542"/>
                  <a:pt x="5699" y="65049"/>
                </a:cubicBezTo>
                <a:cubicBezTo>
                  <a:pt x="5699" y="69323"/>
                  <a:pt x="3788" y="74048"/>
                  <a:pt x="5699" y="7787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1" name="Google Shape;321;p16"/>
          <p:cNvSpPr/>
          <p:nvPr/>
        </p:nvSpPr>
        <p:spPr>
          <a:xfrm rot="-318128">
            <a:off x="1912759" y="2817328"/>
            <a:ext cx="913877" cy="610618"/>
          </a:xfrm>
          <a:custGeom>
            <a:rect b="b" l="l" r="r" t="t"/>
            <a:pathLst>
              <a:path extrusionOk="0" h="24421" w="34190">
                <a:moveTo>
                  <a:pt x="0" y="24421"/>
                </a:moveTo>
                <a:cubicBezTo>
                  <a:pt x="4888" y="23199"/>
                  <a:pt x="9412" y="19881"/>
                  <a:pt x="12465" y="15874"/>
                </a:cubicBezTo>
                <a:cubicBezTo>
                  <a:pt x="14171" y="13635"/>
                  <a:pt x="13569" y="8395"/>
                  <a:pt x="16383" y="8395"/>
                </a:cubicBezTo>
                <a:cubicBezTo>
                  <a:pt x="18260" y="8395"/>
                  <a:pt x="18261" y="14351"/>
                  <a:pt x="19588" y="13024"/>
                </a:cubicBezTo>
                <a:cubicBezTo>
                  <a:pt x="21327" y="11285"/>
                  <a:pt x="23612" y="4617"/>
                  <a:pt x="25286" y="4477"/>
                </a:cubicBezTo>
                <a:cubicBezTo>
                  <a:pt x="27355" y="4304"/>
                  <a:pt x="25352" y="8186"/>
                  <a:pt x="27423" y="8038"/>
                </a:cubicBezTo>
                <a:cubicBezTo>
                  <a:pt x="30776" y="7799"/>
                  <a:pt x="32686" y="-2448"/>
                  <a:pt x="34190" y="559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2" name="Google Shape;322;p16"/>
          <p:cNvSpPr/>
          <p:nvPr/>
        </p:nvSpPr>
        <p:spPr>
          <a:xfrm rot="-318128">
            <a:off x="1963433" y="3333183"/>
            <a:ext cx="1132817" cy="773517"/>
          </a:xfrm>
          <a:custGeom>
            <a:rect b="b" l="l" r="r" t="t"/>
            <a:pathLst>
              <a:path extrusionOk="0" h="30936" w="42381">
                <a:moveTo>
                  <a:pt x="0" y="8643"/>
                </a:moveTo>
                <a:cubicBezTo>
                  <a:pt x="3541" y="13960"/>
                  <a:pt x="9391" y="17499"/>
                  <a:pt x="12821" y="22889"/>
                </a:cubicBezTo>
                <a:cubicBezTo>
                  <a:pt x="13917" y="24612"/>
                  <a:pt x="15299" y="26143"/>
                  <a:pt x="16382" y="27875"/>
                </a:cubicBezTo>
                <a:cubicBezTo>
                  <a:pt x="16976" y="28825"/>
                  <a:pt x="17434" y="31574"/>
                  <a:pt x="18163" y="30724"/>
                </a:cubicBezTo>
                <a:cubicBezTo>
                  <a:pt x="23490" y="24510"/>
                  <a:pt x="23314" y="15175"/>
                  <a:pt x="26354" y="7575"/>
                </a:cubicBezTo>
                <a:cubicBezTo>
                  <a:pt x="27399" y="4962"/>
                  <a:pt x="27479" y="445"/>
                  <a:pt x="30272" y="96"/>
                </a:cubicBezTo>
                <a:cubicBezTo>
                  <a:pt x="36398" y="-669"/>
                  <a:pt x="31721" y="14760"/>
                  <a:pt x="37395" y="17191"/>
                </a:cubicBezTo>
                <a:cubicBezTo>
                  <a:pt x="38868" y="17822"/>
                  <a:pt x="36955" y="15526"/>
                  <a:pt x="37395" y="13985"/>
                </a:cubicBezTo>
                <a:cubicBezTo>
                  <a:pt x="38445" y="10309"/>
                  <a:pt x="40414" y="6935"/>
                  <a:pt x="42381" y="3657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3" name="Google Shape;323;p16"/>
          <p:cNvSpPr/>
          <p:nvPr/>
        </p:nvSpPr>
        <p:spPr>
          <a:xfrm>
            <a:off x="550623" y="1609150"/>
            <a:ext cx="154099" cy="213680"/>
          </a:xfrm>
          <a:custGeom>
            <a:rect b="b" l="l" r="r" t="t"/>
            <a:pathLst>
              <a:path extrusionOk="0" h="3997" w="5999">
                <a:moveTo>
                  <a:pt x="5101" y="0"/>
                </a:moveTo>
                <a:cubicBezTo>
                  <a:pt x="5264" y="1301"/>
                  <a:pt x="6729" y="4235"/>
                  <a:pt x="5457" y="3917"/>
                </a:cubicBezTo>
                <a:cubicBezTo>
                  <a:pt x="-5723" y="1119"/>
                  <a:pt x="4219" y="2672"/>
                  <a:pt x="1539" y="1780"/>
                </a:cubicBezTo>
              </a:path>
            </a:pathLst>
          </a:custGeom>
          <a:noFill/>
          <a:ln cap="flat" cmpd="sng" w="381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4" name="Google Shape;324;p16"/>
          <p:cNvSpPr/>
          <p:nvPr/>
        </p:nvSpPr>
        <p:spPr>
          <a:xfrm>
            <a:off x="1833297" y="546500"/>
            <a:ext cx="222163" cy="194422"/>
          </a:xfrm>
          <a:custGeom>
            <a:rect b="b" l="l" r="r" t="t"/>
            <a:pathLst>
              <a:path extrusionOk="0" h="7123" w="12185">
                <a:moveTo>
                  <a:pt x="0" y="0"/>
                </a:moveTo>
                <a:cubicBezTo>
                  <a:pt x="2871" y="2871"/>
                  <a:pt x="8121" y="1391"/>
                  <a:pt x="11753" y="3206"/>
                </a:cubicBezTo>
                <a:cubicBezTo>
                  <a:pt x="13137" y="3898"/>
                  <a:pt x="10354" y="6029"/>
                  <a:pt x="9260" y="712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5" name="Google Shape;325;p16"/>
          <p:cNvSpPr/>
          <p:nvPr/>
        </p:nvSpPr>
        <p:spPr>
          <a:xfrm rot="8669977">
            <a:off x="4230275" y="460802"/>
            <a:ext cx="8900" cy="106848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6" name="Google Shape;326;p16"/>
          <p:cNvSpPr/>
          <p:nvPr/>
        </p:nvSpPr>
        <p:spPr>
          <a:xfrm>
            <a:off x="8617438" y="2224700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27" name="Google Shape;327;p16"/>
          <p:cNvPicPr preferRelativeResize="0"/>
          <p:nvPr/>
        </p:nvPicPr>
        <p:blipFill rotWithShape="1">
          <a:blip r:embed="rId3">
            <a:alphaModFix/>
          </a:blip>
          <a:srcRect b="0" l="5729" r="3337" t="0"/>
          <a:stretch/>
        </p:blipFill>
        <p:spPr>
          <a:xfrm>
            <a:off x="4994900" y="724466"/>
            <a:ext cx="3622550" cy="447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8474" y="4073425"/>
            <a:ext cx="1292325" cy="10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5275" y="3621275"/>
            <a:ext cx="1570950" cy="15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"/>
          <p:cNvSpPr txBox="1"/>
          <p:nvPr/>
        </p:nvSpPr>
        <p:spPr>
          <a:xfrm>
            <a:off x="355350" y="1595100"/>
            <a:ext cx="4852500" cy="4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latin typeface="Droid Sans"/>
                <a:ea typeface="Droid Sans"/>
                <a:cs typeface="Droid Sans"/>
                <a:sym typeface="Droid Sans"/>
              </a:rPr>
              <a:t>have </a:t>
            </a:r>
            <a:endParaRPr b="1" sz="11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4720600" y="1595100"/>
            <a:ext cx="46122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latin typeface="Droid Sans"/>
                <a:ea typeface="Droid Sans"/>
                <a:cs typeface="Droid Sans"/>
                <a:sym typeface="Droid Sans"/>
              </a:rPr>
              <a:t>HAVE</a:t>
            </a:r>
            <a:endParaRPr b="1" sz="11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4493388" y="759175"/>
            <a:ext cx="1645457" cy="1507839"/>
          </a:xfrm>
          <a:custGeom>
            <a:rect b="b" l="l" r="r" t="t"/>
            <a:pathLst>
              <a:path extrusionOk="0" h="52777" w="57124">
                <a:moveTo>
                  <a:pt x="41471" y="12303"/>
                </a:moveTo>
                <a:cubicBezTo>
                  <a:pt x="52310" y="12303"/>
                  <a:pt x="61237" y="32965"/>
                  <a:pt x="55036" y="41854"/>
                </a:cubicBezTo>
                <a:cubicBezTo>
                  <a:pt x="45518" y="55498"/>
                  <a:pt x="14124" y="56823"/>
                  <a:pt x="5138" y="42823"/>
                </a:cubicBezTo>
                <a:cubicBezTo>
                  <a:pt x="-820" y="33539"/>
                  <a:pt x="-897" y="31733"/>
                  <a:pt x="1746" y="21023"/>
                </a:cubicBezTo>
                <a:cubicBezTo>
                  <a:pt x="4139" y="11326"/>
                  <a:pt x="7035" y="12329"/>
                  <a:pt x="14342" y="5520"/>
                </a:cubicBezTo>
                <a:cubicBezTo>
                  <a:pt x="21043" y="-724"/>
                  <a:pt x="32508" y="-727"/>
                  <a:pt x="41471" y="1160"/>
                </a:cubicBezTo>
                <a:cubicBezTo>
                  <a:pt x="48288" y="2595"/>
                  <a:pt x="52889" y="9947"/>
                  <a:pt x="56005" y="16178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7" name="Google Shape;347;p19"/>
          <p:cNvSpPr/>
          <p:nvPr/>
        </p:nvSpPr>
        <p:spPr>
          <a:xfrm>
            <a:off x="3455250" y="2425514"/>
            <a:ext cx="1423370" cy="1782825"/>
          </a:xfrm>
          <a:custGeom>
            <a:rect b="b" l="l" r="r" t="t"/>
            <a:pathLst>
              <a:path extrusionOk="0" h="62402" w="49414">
                <a:moveTo>
                  <a:pt x="49414" y="0"/>
                </a:moveTo>
                <a:cubicBezTo>
                  <a:pt x="44022" y="1198"/>
                  <a:pt x="37280" y="4732"/>
                  <a:pt x="36334" y="10174"/>
                </a:cubicBezTo>
                <a:cubicBezTo>
                  <a:pt x="35089" y="17333"/>
                  <a:pt x="35611" y="24743"/>
                  <a:pt x="36334" y="31974"/>
                </a:cubicBezTo>
                <a:cubicBezTo>
                  <a:pt x="37034" y="38974"/>
                  <a:pt x="42531" y="46354"/>
                  <a:pt x="39725" y="52806"/>
                </a:cubicBezTo>
                <a:cubicBezTo>
                  <a:pt x="37363" y="58237"/>
                  <a:pt x="29554" y="59438"/>
                  <a:pt x="23738" y="60557"/>
                </a:cubicBezTo>
                <a:cubicBezTo>
                  <a:pt x="15910" y="62063"/>
                  <a:pt x="3238" y="64935"/>
                  <a:pt x="0" y="5765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8" name="Google Shape;348;p19"/>
          <p:cNvSpPr/>
          <p:nvPr/>
        </p:nvSpPr>
        <p:spPr>
          <a:xfrm>
            <a:off x="5715850" y="2425514"/>
            <a:ext cx="2140788" cy="1768569"/>
          </a:xfrm>
          <a:custGeom>
            <a:rect b="b" l="l" r="r" t="t"/>
            <a:pathLst>
              <a:path extrusionOk="0" h="61903" w="74320">
                <a:moveTo>
                  <a:pt x="0" y="0"/>
                </a:moveTo>
                <a:cubicBezTo>
                  <a:pt x="3288" y="4934"/>
                  <a:pt x="10355" y="5779"/>
                  <a:pt x="15503" y="8721"/>
                </a:cubicBezTo>
                <a:cubicBezTo>
                  <a:pt x="59672" y="33961"/>
                  <a:pt x="7297" y="2799"/>
                  <a:pt x="44085" y="25192"/>
                </a:cubicBezTo>
                <a:cubicBezTo>
                  <a:pt x="54243" y="31375"/>
                  <a:pt x="54511" y="31037"/>
                  <a:pt x="63948" y="38272"/>
                </a:cubicBezTo>
                <a:cubicBezTo>
                  <a:pt x="69113" y="42232"/>
                  <a:pt x="77294" y="42456"/>
                  <a:pt x="73152" y="47477"/>
                </a:cubicBezTo>
                <a:cubicBezTo>
                  <a:pt x="64507" y="57955"/>
                  <a:pt x="60757" y="53091"/>
                  <a:pt x="47961" y="57650"/>
                </a:cubicBezTo>
                <a:cubicBezTo>
                  <a:pt x="38829" y="60904"/>
                  <a:pt x="22494" y="65682"/>
                  <a:pt x="18894" y="56681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9" name="Google Shape;349;p19"/>
          <p:cNvSpPr/>
          <p:nvPr/>
        </p:nvSpPr>
        <p:spPr>
          <a:xfrm>
            <a:off x="4813346" y="2439371"/>
            <a:ext cx="567603" cy="2837344"/>
          </a:xfrm>
          <a:custGeom>
            <a:rect b="b" l="l" r="r" t="t"/>
            <a:pathLst>
              <a:path extrusionOk="0" h="99312" w="19705">
                <a:moveTo>
                  <a:pt x="19705" y="0"/>
                </a:moveTo>
                <a:cubicBezTo>
                  <a:pt x="10104" y="16808"/>
                  <a:pt x="1981" y="35457"/>
                  <a:pt x="327" y="54743"/>
                </a:cubicBezTo>
                <a:cubicBezTo>
                  <a:pt x="-981" y="70001"/>
                  <a:pt x="4616" y="85618"/>
                  <a:pt x="11470" y="9931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0" name="Google Shape;350;p19"/>
          <p:cNvSpPr/>
          <p:nvPr/>
        </p:nvSpPr>
        <p:spPr>
          <a:xfrm>
            <a:off x="5017625" y="1861300"/>
            <a:ext cx="411775" cy="145175"/>
          </a:xfrm>
          <a:custGeom>
            <a:rect b="b" l="l" r="r" t="t"/>
            <a:pathLst>
              <a:path extrusionOk="0" h="5807" w="16471">
                <a:moveTo>
                  <a:pt x="0" y="0"/>
                </a:moveTo>
                <a:cubicBezTo>
                  <a:pt x="1562" y="1823"/>
                  <a:pt x="2615" y="4438"/>
                  <a:pt x="4844" y="5329"/>
                </a:cubicBezTo>
                <a:cubicBezTo>
                  <a:pt x="8520" y="6799"/>
                  <a:pt x="12715" y="4158"/>
                  <a:pt x="16471" y="290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1" name="Google Shape;351;p19"/>
          <p:cNvSpPr/>
          <p:nvPr/>
        </p:nvSpPr>
        <p:spPr>
          <a:xfrm>
            <a:off x="3633375" y="1308025"/>
            <a:ext cx="84775" cy="36325"/>
          </a:xfrm>
          <a:custGeom>
            <a:rect b="b" l="l" r="r" t="t"/>
            <a:pathLst>
              <a:path extrusionOk="0" h="1453" w="3391">
                <a:moveTo>
                  <a:pt x="0" y="0"/>
                </a:moveTo>
                <a:cubicBezTo>
                  <a:pt x="1055" y="633"/>
                  <a:pt x="2161" y="1453"/>
                  <a:pt x="3391" y="1453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2" name="Google Shape;352;p19"/>
          <p:cNvSpPr/>
          <p:nvPr/>
        </p:nvSpPr>
        <p:spPr>
          <a:xfrm>
            <a:off x="5465725" y="1449525"/>
            <a:ext cx="181675" cy="72675"/>
          </a:xfrm>
          <a:custGeom>
            <a:rect b="b" l="l" r="r" t="t"/>
            <a:pathLst>
              <a:path extrusionOk="0" h="2907" w="7267">
                <a:moveTo>
                  <a:pt x="0" y="0"/>
                </a:moveTo>
                <a:cubicBezTo>
                  <a:pt x="2334" y="1167"/>
                  <a:pt x="4709" y="2395"/>
                  <a:pt x="7267" y="290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53" name="Google Shape;3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65150" y="445600"/>
            <a:ext cx="3467700" cy="36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625" y="2203638"/>
            <a:ext cx="2212325" cy="22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0"/>
          <p:cNvPicPr preferRelativeResize="0"/>
          <p:nvPr/>
        </p:nvPicPr>
        <p:blipFill rotWithShape="1">
          <a:blip r:embed="rId3">
            <a:alphaModFix/>
          </a:blip>
          <a:srcRect b="11387" l="0" r="11567" t="0"/>
          <a:stretch/>
        </p:blipFill>
        <p:spPr>
          <a:xfrm>
            <a:off x="1544900" y="-260400"/>
            <a:ext cx="5673850" cy="36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3425" y="2716425"/>
            <a:ext cx="2510023" cy="23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0"/>
          <p:cNvSpPr/>
          <p:nvPr/>
        </p:nvSpPr>
        <p:spPr>
          <a:xfrm>
            <a:off x="420212" y="809813"/>
            <a:ext cx="1257025" cy="1265525"/>
          </a:xfrm>
          <a:custGeom>
            <a:rect b="b" l="l" r="r" t="t"/>
            <a:pathLst>
              <a:path extrusionOk="0" h="50621" w="50281">
                <a:moveTo>
                  <a:pt x="22724" y="50621"/>
                </a:moveTo>
                <a:cubicBezTo>
                  <a:pt x="12666" y="49746"/>
                  <a:pt x="1660" y="40300"/>
                  <a:pt x="265" y="30301"/>
                </a:cubicBezTo>
                <a:cubicBezTo>
                  <a:pt x="-1338" y="18813"/>
                  <a:pt x="5777" y="0"/>
                  <a:pt x="17377" y="0"/>
                </a:cubicBezTo>
                <a:cubicBezTo>
                  <a:pt x="26210" y="0"/>
                  <a:pt x="35452" y="2776"/>
                  <a:pt x="42688" y="7842"/>
                </a:cubicBezTo>
                <a:cubicBezTo>
                  <a:pt x="48693" y="12046"/>
                  <a:pt x="50604" y="21201"/>
                  <a:pt x="50174" y="28519"/>
                </a:cubicBezTo>
                <a:cubicBezTo>
                  <a:pt x="49734" y="36008"/>
                  <a:pt x="44930" y="43376"/>
                  <a:pt x="39123" y="48126"/>
                </a:cubicBezTo>
                <a:cubicBezTo>
                  <a:pt x="35350" y="51212"/>
                  <a:pt x="27952" y="51215"/>
                  <a:pt x="24506" y="477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2" name="Google Shape;362;p20"/>
          <p:cNvSpPr/>
          <p:nvPr/>
        </p:nvSpPr>
        <p:spPr>
          <a:xfrm>
            <a:off x="824850" y="2119913"/>
            <a:ext cx="395175" cy="3226227"/>
          </a:xfrm>
          <a:custGeom>
            <a:rect b="b" l="l" r="r" t="t"/>
            <a:pathLst>
              <a:path extrusionOk="0" h="120494" w="15807">
                <a:moveTo>
                  <a:pt x="7251" y="0"/>
                </a:moveTo>
                <a:cubicBezTo>
                  <a:pt x="18315" y="38716"/>
                  <a:pt x="-20198" y="102466"/>
                  <a:pt x="15807" y="12049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3" name="Google Shape;363;p20"/>
          <p:cNvSpPr/>
          <p:nvPr/>
        </p:nvSpPr>
        <p:spPr>
          <a:xfrm rot="-666126">
            <a:off x="2279687" y="95128"/>
            <a:ext cx="909347" cy="632709"/>
          </a:xfrm>
          <a:custGeom>
            <a:rect b="b" l="l" r="r" t="t"/>
            <a:pathLst>
              <a:path extrusionOk="0" h="22404" w="27349">
                <a:moveTo>
                  <a:pt x="4408" y="5763"/>
                </a:moveTo>
                <a:cubicBezTo>
                  <a:pt x="1454" y="8719"/>
                  <a:pt x="-1692" y="14866"/>
                  <a:pt x="1200" y="17884"/>
                </a:cubicBezTo>
                <a:cubicBezTo>
                  <a:pt x="6873" y="23804"/>
                  <a:pt x="20940" y="24133"/>
                  <a:pt x="25797" y="17527"/>
                </a:cubicBezTo>
                <a:cubicBezTo>
                  <a:pt x="28820" y="13415"/>
                  <a:pt x="26874" y="5328"/>
                  <a:pt x="22589" y="2555"/>
                </a:cubicBezTo>
                <a:cubicBezTo>
                  <a:pt x="17466" y="-760"/>
                  <a:pt x="4408" y="-1408"/>
                  <a:pt x="4408" y="4694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4" name="Google Shape;364;p20"/>
          <p:cNvSpPr/>
          <p:nvPr/>
        </p:nvSpPr>
        <p:spPr>
          <a:xfrm>
            <a:off x="622899" y="1066538"/>
            <a:ext cx="178246" cy="151492"/>
          </a:xfrm>
          <a:custGeom>
            <a:rect b="b" l="l" r="r" t="t"/>
            <a:pathLst>
              <a:path extrusionOk="0" h="7178" w="7234">
                <a:moveTo>
                  <a:pt x="4096" y="762"/>
                </a:moveTo>
                <a:cubicBezTo>
                  <a:pt x="2269" y="991"/>
                  <a:pt x="-289" y="2771"/>
                  <a:pt x="96" y="4572"/>
                </a:cubicBezTo>
                <a:cubicBezTo>
                  <a:pt x="550" y="6694"/>
                  <a:pt x="4209" y="7739"/>
                  <a:pt x="6192" y="6858"/>
                </a:cubicBezTo>
                <a:cubicBezTo>
                  <a:pt x="8345" y="5901"/>
                  <a:pt x="6585" y="1054"/>
                  <a:pt x="447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5" name="Google Shape;365;p20"/>
          <p:cNvSpPr/>
          <p:nvPr/>
        </p:nvSpPr>
        <p:spPr>
          <a:xfrm>
            <a:off x="829550" y="1585280"/>
            <a:ext cx="76200" cy="6900"/>
          </a:xfrm>
          <a:custGeom>
            <a:rect b="b" l="l" r="r" t="t"/>
            <a:pathLst>
              <a:path extrusionOk="0" h="276" w="3048">
                <a:moveTo>
                  <a:pt x="0" y="276"/>
                </a:moveTo>
                <a:cubicBezTo>
                  <a:pt x="998" y="76"/>
                  <a:pt x="2044" y="-82"/>
                  <a:pt x="3048" y="86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6" name="Google Shape;366;p20"/>
          <p:cNvSpPr/>
          <p:nvPr/>
        </p:nvSpPr>
        <p:spPr>
          <a:xfrm>
            <a:off x="1043536" y="1112827"/>
            <a:ext cx="326175" cy="252400"/>
          </a:xfrm>
          <a:custGeom>
            <a:rect b="b" l="l" r="r" t="t"/>
            <a:pathLst>
              <a:path extrusionOk="0" h="10096" w="13047">
                <a:moveTo>
                  <a:pt x="2387" y="4538"/>
                </a:moveTo>
                <a:cubicBezTo>
                  <a:pt x="2003" y="7613"/>
                  <a:pt x="7731" y="11362"/>
                  <a:pt x="10230" y="9529"/>
                </a:cubicBezTo>
                <a:cubicBezTo>
                  <a:pt x="11992" y="8237"/>
                  <a:pt x="13703" y="5423"/>
                  <a:pt x="12726" y="3469"/>
                </a:cubicBezTo>
                <a:cubicBezTo>
                  <a:pt x="10859" y="-265"/>
                  <a:pt x="2116" y="-1335"/>
                  <a:pt x="248" y="2399"/>
                </a:cubicBezTo>
                <a:cubicBezTo>
                  <a:pt x="-537" y="3968"/>
                  <a:pt x="989" y="7034"/>
                  <a:pt x="2744" y="703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7" name="Google Shape;367;p20"/>
          <p:cNvSpPr/>
          <p:nvPr/>
        </p:nvSpPr>
        <p:spPr>
          <a:xfrm>
            <a:off x="186200" y="2221825"/>
            <a:ext cx="775375" cy="1827025"/>
          </a:xfrm>
          <a:custGeom>
            <a:rect b="b" l="l" r="r" t="t"/>
            <a:pathLst>
              <a:path extrusionOk="0" h="73081" w="31015">
                <a:moveTo>
                  <a:pt x="31015" y="0"/>
                </a:moveTo>
                <a:cubicBezTo>
                  <a:pt x="27072" y="17458"/>
                  <a:pt x="22305" y="34720"/>
                  <a:pt x="17824" y="52048"/>
                </a:cubicBezTo>
                <a:cubicBezTo>
                  <a:pt x="15442" y="61257"/>
                  <a:pt x="15697" y="61319"/>
                  <a:pt x="13546" y="70585"/>
                </a:cubicBezTo>
                <a:cubicBezTo>
                  <a:pt x="13380" y="71301"/>
                  <a:pt x="13649" y="71437"/>
                  <a:pt x="13190" y="72011"/>
                </a:cubicBezTo>
                <a:cubicBezTo>
                  <a:pt x="11836" y="73704"/>
                  <a:pt x="8928" y="70703"/>
                  <a:pt x="6773" y="70942"/>
                </a:cubicBezTo>
                <a:cubicBezTo>
                  <a:pt x="4420" y="71203"/>
                  <a:pt x="2368" y="73081"/>
                  <a:pt x="0" y="7308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8" name="Google Shape;368;p20"/>
          <p:cNvSpPr/>
          <p:nvPr/>
        </p:nvSpPr>
        <p:spPr>
          <a:xfrm>
            <a:off x="1104150" y="2293125"/>
            <a:ext cx="534750" cy="1794825"/>
          </a:xfrm>
          <a:custGeom>
            <a:rect b="b" l="l" r="r" t="t"/>
            <a:pathLst>
              <a:path extrusionOk="0" h="71793" w="21390">
                <a:moveTo>
                  <a:pt x="0" y="0"/>
                </a:moveTo>
                <a:cubicBezTo>
                  <a:pt x="6274" y="6274"/>
                  <a:pt x="3565" y="17507"/>
                  <a:pt x="3565" y="26380"/>
                </a:cubicBezTo>
                <a:cubicBezTo>
                  <a:pt x="3565" y="39860"/>
                  <a:pt x="7185" y="53121"/>
                  <a:pt x="9982" y="66307"/>
                </a:cubicBezTo>
                <a:cubicBezTo>
                  <a:pt x="10349" y="68035"/>
                  <a:pt x="10044" y="70901"/>
                  <a:pt x="11765" y="71298"/>
                </a:cubicBezTo>
                <a:cubicBezTo>
                  <a:pt x="14925" y="72028"/>
                  <a:pt x="18796" y="71819"/>
                  <a:pt x="21390" y="6987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9" name="Google Shape;369;p20"/>
          <p:cNvSpPr txBox="1"/>
          <p:nvPr/>
        </p:nvSpPr>
        <p:spPr>
          <a:xfrm>
            <a:off x="661800" y="-134300"/>
            <a:ext cx="598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sz="5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20"/>
          <p:cNvSpPr/>
          <p:nvPr/>
        </p:nvSpPr>
        <p:spPr>
          <a:xfrm rot="-665753">
            <a:off x="1722257" y="316249"/>
            <a:ext cx="236462" cy="211163"/>
          </a:xfrm>
          <a:custGeom>
            <a:rect b="b" l="l" r="r" t="t"/>
            <a:pathLst>
              <a:path extrusionOk="0" h="14132" w="16839">
                <a:moveTo>
                  <a:pt x="13723" y="3589"/>
                </a:moveTo>
                <a:cubicBezTo>
                  <a:pt x="16193" y="5160"/>
                  <a:pt x="18075" y="10555"/>
                  <a:pt x="15628" y="12161"/>
                </a:cubicBezTo>
                <a:cubicBezTo>
                  <a:pt x="11471" y="14890"/>
                  <a:pt x="3424" y="15033"/>
                  <a:pt x="769" y="10828"/>
                </a:cubicBezTo>
                <a:cubicBezTo>
                  <a:pt x="-909" y="8172"/>
                  <a:pt x="521" y="3541"/>
                  <a:pt x="3055" y="1684"/>
                </a:cubicBezTo>
                <a:cubicBezTo>
                  <a:pt x="6619" y="-928"/>
                  <a:pt x="14224" y="-555"/>
                  <a:pt x="16199" y="3398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1" name="Google Shape;371;p20"/>
          <p:cNvSpPr/>
          <p:nvPr/>
        </p:nvSpPr>
        <p:spPr>
          <a:xfrm>
            <a:off x="1791927" y="19850"/>
            <a:ext cx="8361890" cy="5103816"/>
          </a:xfrm>
          <a:custGeom>
            <a:rect b="b" l="l" r="r" t="t"/>
            <a:pathLst>
              <a:path extrusionOk="0" h="156331" w="144096">
                <a:moveTo>
                  <a:pt x="9818" y="36181"/>
                </a:moveTo>
                <a:cubicBezTo>
                  <a:pt x="-2246" y="60310"/>
                  <a:pt x="-3731" y="93187"/>
                  <a:pt x="8748" y="117104"/>
                </a:cubicBezTo>
                <a:cubicBezTo>
                  <a:pt x="13977" y="127126"/>
                  <a:pt x="21735" y="135982"/>
                  <a:pt x="30494" y="143128"/>
                </a:cubicBezTo>
                <a:cubicBezTo>
                  <a:pt x="51412" y="160193"/>
                  <a:pt x="96238" y="162244"/>
                  <a:pt x="111418" y="139920"/>
                </a:cubicBezTo>
                <a:cubicBezTo>
                  <a:pt x="115367" y="134113"/>
                  <a:pt x="113524" y="133116"/>
                  <a:pt x="117122" y="127086"/>
                </a:cubicBezTo>
                <a:cubicBezTo>
                  <a:pt x="123964" y="115621"/>
                  <a:pt x="134718" y="106022"/>
                  <a:pt x="138511" y="93220"/>
                </a:cubicBezTo>
                <a:cubicBezTo>
                  <a:pt x="145082" y="71041"/>
                  <a:pt x="148547" y="41011"/>
                  <a:pt x="132807" y="24060"/>
                </a:cubicBezTo>
                <a:cubicBezTo>
                  <a:pt x="115828" y="5775"/>
                  <a:pt x="86035" y="-3354"/>
                  <a:pt x="61509" y="1245"/>
                </a:cubicBezTo>
                <a:cubicBezTo>
                  <a:pt x="53181" y="2807"/>
                  <a:pt x="44598" y="5577"/>
                  <a:pt x="37981" y="10870"/>
                </a:cubicBezTo>
                <a:cubicBezTo>
                  <a:pt x="29355" y="17770"/>
                  <a:pt x="22547" y="27314"/>
                  <a:pt x="12670" y="3226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2" name="Google Shape;372;p20"/>
          <p:cNvSpPr/>
          <p:nvPr/>
        </p:nvSpPr>
        <p:spPr>
          <a:xfrm rot="-665808">
            <a:off x="1439542" y="551893"/>
            <a:ext cx="98328" cy="82441"/>
          </a:xfrm>
          <a:custGeom>
            <a:rect b="b" l="l" r="r" t="t"/>
            <a:pathLst>
              <a:path extrusionOk="0" h="10462" w="10971">
                <a:moveTo>
                  <a:pt x="7553" y="2094"/>
                </a:moveTo>
                <a:cubicBezTo>
                  <a:pt x="9511" y="3074"/>
                  <a:pt x="11484" y="5732"/>
                  <a:pt x="10791" y="7809"/>
                </a:cubicBezTo>
                <a:cubicBezTo>
                  <a:pt x="9816" y="10731"/>
                  <a:pt x="3926" y="11215"/>
                  <a:pt x="1647" y="9143"/>
                </a:cubicBezTo>
                <a:cubicBezTo>
                  <a:pt x="-282" y="7390"/>
                  <a:pt x="-577" y="3175"/>
                  <a:pt x="1266" y="1332"/>
                </a:cubicBezTo>
                <a:cubicBezTo>
                  <a:pt x="2883" y="-285"/>
                  <a:pt x="6508" y="-476"/>
                  <a:pt x="8124" y="114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"/>
          <p:cNvSpPr/>
          <p:nvPr/>
        </p:nvSpPr>
        <p:spPr>
          <a:xfrm>
            <a:off x="3579000" y="625950"/>
            <a:ext cx="1645457" cy="1507839"/>
          </a:xfrm>
          <a:custGeom>
            <a:rect b="b" l="l" r="r" t="t"/>
            <a:pathLst>
              <a:path extrusionOk="0" h="52777" w="57124">
                <a:moveTo>
                  <a:pt x="41471" y="12303"/>
                </a:moveTo>
                <a:cubicBezTo>
                  <a:pt x="52310" y="12303"/>
                  <a:pt x="61237" y="32965"/>
                  <a:pt x="55036" y="41854"/>
                </a:cubicBezTo>
                <a:cubicBezTo>
                  <a:pt x="45518" y="55498"/>
                  <a:pt x="14124" y="56823"/>
                  <a:pt x="5138" y="42823"/>
                </a:cubicBezTo>
                <a:cubicBezTo>
                  <a:pt x="-820" y="33539"/>
                  <a:pt x="-897" y="31733"/>
                  <a:pt x="1746" y="21023"/>
                </a:cubicBezTo>
                <a:cubicBezTo>
                  <a:pt x="4139" y="11326"/>
                  <a:pt x="7035" y="12329"/>
                  <a:pt x="14342" y="5520"/>
                </a:cubicBezTo>
                <a:cubicBezTo>
                  <a:pt x="21043" y="-724"/>
                  <a:pt x="32508" y="-727"/>
                  <a:pt x="41471" y="1160"/>
                </a:cubicBezTo>
                <a:cubicBezTo>
                  <a:pt x="48288" y="2595"/>
                  <a:pt x="52889" y="9947"/>
                  <a:pt x="56005" y="16178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8" name="Google Shape;378;p21"/>
          <p:cNvSpPr/>
          <p:nvPr/>
        </p:nvSpPr>
        <p:spPr>
          <a:xfrm>
            <a:off x="2540862" y="2292289"/>
            <a:ext cx="1423370" cy="1782825"/>
          </a:xfrm>
          <a:custGeom>
            <a:rect b="b" l="l" r="r" t="t"/>
            <a:pathLst>
              <a:path extrusionOk="0" h="62402" w="49414">
                <a:moveTo>
                  <a:pt x="49414" y="0"/>
                </a:moveTo>
                <a:cubicBezTo>
                  <a:pt x="44022" y="1198"/>
                  <a:pt x="37280" y="4732"/>
                  <a:pt x="36334" y="10174"/>
                </a:cubicBezTo>
                <a:cubicBezTo>
                  <a:pt x="35089" y="17333"/>
                  <a:pt x="35611" y="24743"/>
                  <a:pt x="36334" y="31974"/>
                </a:cubicBezTo>
                <a:cubicBezTo>
                  <a:pt x="37034" y="38974"/>
                  <a:pt x="42531" y="46354"/>
                  <a:pt x="39725" y="52806"/>
                </a:cubicBezTo>
                <a:cubicBezTo>
                  <a:pt x="37363" y="58237"/>
                  <a:pt x="29554" y="59438"/>
                  <a:pt x="23738" y="60557"/>
                </a:cubicBezTo>
                <a:cubicBezTo>
                  <a:pt x="15910" y="62063"/>
                  <a:pt x="3238" y="64935"/>
                  <a:pt x="0" y="5765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9" name="Google Shape;379;p21"/>
          <p:cNvSpPr/>
          <p:nvPr/>
        </p:nvSpPr>
        <p:spPr>
          <a:xfrm>
            <a:off x="4801463" y="2292289"/>
            <a:ext cx="2140788" cy="1768569"/>
          </a:xfrm>
          <a:custGeom>
            <a:rect b="b" l="l" r="r" t="t"/>
            <a:pathLst>
              <a:path extrusionOk="0" h="61903" w="74320">
                <a:moveTo>
                  <a:pt x="0" y="0"/>
                </a:moveTo>
                <a:cubicBezTo>
                  <a:pt x="3288" y="4934"/>
                  <a:pt x="10355" y="5779"/>
                  <a:pt x="15503" y="8721"/>
                </a:cubicBezTo>
                <a:cubicBezTo>
                  <a:pt x="59672" y="33961"/>
                  <a:pt x="7297" y="2799"/>
                  <a:pt x="44085" y="25192"/>
                </a:cubicBezTo>
                <a:cubicBezTo>
                  <a:pt x="54243" y="31375"/>
                  <a:pt x="54511" y="31037"/>
                  <a:pt x="63948" y="38272"/>
                </a:cubicBezTo>
                <a:cubicBezTo>
                  <a:pt x="69113" y="42232"/>
                  <a:pt x="77294" y="42456"/>
                  <a:pt x="73152" y="47477"/>
                </a:cubicBezTo>
                <a:cubicBezTo>
                  <a:pt x="64507" y="57955"/>
                  <a:pt x="60757" y="53091"/>
                  <a:pt x="47961" y="57650"/>
                </a:cubicBezTo>
                <a:cubicBezTo>
                  <a:pt x="38829" y="60904"/>
                  <a:pt x="22494" y="65682"/>
                  <a:pt x="18894" y="56681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0" name="Google Shape;380;p21"/>
          <p:cNvSpPr/>
          <p:nvPr/>
        </p:nvSpPr>
        <p:spPr>
          <a:xfrm>
            <a:off x="3898959" y="2306146"/>
            <a:ext cx="567603" cy="2837344"/>
          </a:xfrm>
          <a:custGeom>
            <a:rect b="b" l="l" r="r" t="t"/>
            <a:pathLst>
              <a:path extrusionOk="0" h="99312" w="19705">
                <a:moveTo>
                  <a:pt x="19705" y="0"/>
                </a:moveTo>
                <a:cubicBezTo>
                  <a:pt x="10104" y="16808"/>
                  <a:pt x="1981" y="35457"/>
                  <a:pt x="327" y="54743"/>
                </a:cubicBezTo>
                <a:cubicBezTo>
                  <a:pt x="-981" y="70001"/>
                  <a:pt x="4616" y="85618"/>
                  <a:pt x="11470" y="9931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1" name="Google Shape;381;p21"/>
          <p:cNvSpPr/>
          <p:nvPr/>
        </p:nvSpPr>
        <p:spPr>
          <a:xfrm>
            <a:off x="3730275" y="1780350"/>
            <a:ext cx="411775" cy="145175"/>
          </a:xfrm>
          <a:custGeom>
            <a:rect b="b" l="l" r="r" t="t"/>
            <a:pathLst>
              <a:path extrusionOk="0" h="5807" w="16471">
                <a:moveTo>
                  <a:pt x="0" y="0"/>
                </a:moveTo>
                <a:cubicBezTo>
                  <a:pt x="1562" y="1823"/>
                  <a:pt x="2615" y="4438"/>
                  <a:pt x="4844" y="5329"/>
                </a:cubicBezTo>
                <a:cubicBezTo>
                  <a:pt x="8520" y="6799"/>
                  <a:pt x="12715" y="4158"/>
                  <a:pt x="16471" y="290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2" name="Google Shape;382;p21"/>
          <p:cNvSpPr/>
          <p:nvPr/>
        </p:nvSpPr>
        <p:spPr>
          <a:xfrm>
            <a:off x="3633375" y="1308025"/>
            <a:ext cx="84775" cy="36325"/>
          </a:xfrm>
          <a:custGeom>
            <a:rect b="b" l="l" r="r" t="t"/>
            <a:pathLst>
              <a:path extrusionOk="0" h="1453" w="3391">
                <a:moveTo>
                  <a:pt x="0" y="0"/>
                </a:moveTo>
                <a:cubicBezTo>
                  <a:pt x="1055" y="633"/>
                  <a:pt x="2161" y="1453"/>
                  <a:pt x="3391" y="1453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83" name="Google Shape;383;p21"/>
          <p:cNvSpPr/>
          <p:nvPr/>
        </p:nvSpPr>
        <p:spPr>
          <a:xfrm>
            <a:off x="4178375" y="1368575"/>
            <a:ext cx="181675" cy="72675"/>
          </a:xfrm>
          <a:custGeom>
            <a:rect b="b" l="l" r="r" t="t"/>
            <a:pathLst>
              <a:path extrusionOk="0" h="2907" w="7267">
                <a:moveTo>
                  <a:pt x="0" y="0"/>
                </a:moveTo>
                <a:cubicBezTo>
                  <a:pt x="2334" y="1167"/>
                  <a:pt x="4709" y="2395"/>
                  <a:pt x="7267" y="290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84" name="Google Shape;3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013" y="1027225"/>
            <a:ext cx="1905000" cy="29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413" y="726550"/>
            <a:ext cx="16764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2"/>
          <p:cNvPicPr preferRelativeResize="0"/>
          <p:nvPr/>
        </p:nvPicPr>
        <p:blipFill rotWithShape="1">
          <a:blip r:embed="rId3">
            <a:alphaModFix/>
          </a:blip>
          <a:srcRect b="0" l="8231" r="10197" t="0"/>
          <a:stretch/>
        </p:blipFill>
        <p:spPr>
          <a:xfrm rot="5400000">
            <a:off x="-955825" y="339349"/>
            <a:ext cx="4202600" cy="446480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2"/>
          <p:cNvSpPr/>
          <p:nvPr/>
        </p:nvSpPr>
        <p:spPr>
          <a:xfrm>
            <a:off x="3495912" y="985388"/>
            <a:ext cx="1257025" cy="1265525"/>
          </a:xfrm>
          <a:custGeom>
            <a:rect b="b" l="l" r="r" t="t"/>
            <a:pathLst>
              <a:path extrusionOk="0" h="50621" w="50281">
                <a:moveTo>
                  <a:pt x="22724" y="50621"/>
                </a:moveTo>
                <a:cubicBezTo>
                  <a:pt x="12666" y="49746"/>
                  <a:pt x="1660" y="40300"/>
                  <a:pt x="265" y="30301"/>
                </a:cubicBezTo>
                <a:cubicBezTo>
                  <a:pt x="-1338" y="18813"/>
                  <a:pt x="5777" y="0"/>
                  <a:pt x="17377" y="0"/>
                </a:cubicBezTo>
                <a:cubicBezTo>
                  <a:pt x="26210" y="0"/>
                  <a:pt x="35452" y="2776"/>
                  <a:pt x="42688" y="7842"/>
                </a:cubicBezTo>
                <a:cubicBezTo>
                  <a:pt x="48693" y="12046"/>
                  <a:pt x="50604" y="21201"/>
                  <a:pt x="50174" y="28519"/>
                </a:cubicBezTo>
                <a:cubicBezTo>
                  <a:pt x="49734" y="36008"/>
                  <a:pt x="44930" y="43376"/>
                  <a:pt x="39123" y="48126"/>
                </a:cubicBezTo>
                <a:cubicBezTo>
                  <a:pt x="35350" y="51212"/>
                  <a:pt x="27952" y="51215"/>
                  <a:pt x="24506" y="477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2" name="Google Shape;392;p22"/>
          <p:cNvSpPr/>
          <p:nvPr/>
        </p:nvSpPr>
        <p:spPr>
          <a:xfrm>
            <a:off x="3900550" y="2295488"/>
            <a:ext cx="395175" cy="3226227"/>
          </a:xfrm>
          <a:custGeom>
            <a:rect b="b" l="l" r="r" t="t"/>
            <a:pathLst>
              <a:path extrusionOk="0" h="120494" w="15807">
                <a:moveTo>
                  <a:pt x="7251" y="0"/>
                </a:moveTo>
                <a:cubicBezTo>
                  <a:pt x="18315" y="38716"/>
                  <a:pt x="-20198" y="102466"/>
                  <a:pt x="15807" y="12049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3" name="Google Shape;393;p22"/>
          <p:cNvSpPr/>
          <p:nvPr/>
        </p:nvSpPr>
        <p:spPr>
          <a:xfrm>
            <a:off x="4687813" y="1015017"/>
            <a:ext cx="289575" cy="275225"/>
          </a:xfrm>
          <a:custGeom>
            <a:rect b="b" l="l" r="r" t="t"/>
            <a:pathLst>
              <a:path extrusionOk="0" h="11009" w="11583">
                <a:moveTo>
                  <a:pt x="9985" y="4519"/>
                </a:moveTo>
                <a:cubicBezTo>
                  <a:pt x="11048" y="5847"/>
                  <a:pt x="12257" y="8307"/>
                  <a:pt x="11054" y="9510"/>
                </a:cubicBezTo>
                <a:cubicBezTo>
                  <a:pt x="8953" y="11611"/>
                  <a:pt x="4462" y="11365"/>
                  <a:pt x="2142" y="9510"/>
                </a:cubicBezTo>
                <a:cubicBezTo>
                  <a:pt x="67" y="7850"/>
                  <a:pt x="-603" y="3974"/>
                  <a:pt x="716" y="1667"/>
                </a:cubicBezTo>
                <a:cubicBezTo>
                  <a:pt x="2533" y="-1511"/>
                  <a:pt x="11411" y="501"/>
                  <a:pt x="11411" y="416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4" name="Google Shape;394;p22"/>
          <p:cNvSpPr/>
          <p:nvPr/>
        </p:nvSpPr>
        <p:spPr>
          <a:xfrm>
            <a:off x="4879781" y="399083"/>
            <a:ext cx="683725" cy="560100"/>
          </a:xfrm>
          <a:custGeom>
            <a:rect b="b" l="l" r="r" t="t"/>
            <a:pathLst>
              <a:path extrusionOk="0" h="22404" w="27349">
                <a:moveTo>
                  <a:pt x="4408" y="5763"/>
                </a:moveTo>
                <a:cubicBezTo>
                  <a:pt x="1454" y="8719"/>
                  <a:pt x="-1692" y="14866"/>
                  <a:pt x="1200" y="17884"/>
                </a:cubicBezTo>
                <a:cubicBezTo>
                  <a:pt x="6873" y="23804"/>
                  <a:pt x="20940" y="24133"/>
                  <a:pt x="25797" y="17527"/>
                </a:cubicBezTo>
                <a:cubicBezTo>
                  <a:pt x="28820" y="13415"/>
                  <a:pt x="26874" y="5328"/>
                  <a:pt x="22589" y="2555"/>
                </a:cubicBezTo>
                <a:cubicBezTo>
                  <a:pt x="17466" y="-760"/>
                  <a:pt x="4408" y="-1408"/>
                  <a:pt x="4408" y="469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5" name="Google Shape;395;p22"/>
          <p:cNvSpPr/>
          <p:nvPr/>
        </p:nvSpPr>
        <p:spPr>
          <a:xfrm flipH="1">
            <a:off x="-2234451" y="-378212"/>
            <a:ext cx="5347403" cy="4883781"/>
          </a:xfrm>
          <a:custGeom>
            <a:rect b="b" l="l" r="r" t="t"/>
            <a:pathLst>
              <a:path extrusionOk="0" h="156331" w="144096">
                <a:moveTo>
                  <a:pt x="9818" y="36181"/>
                </a:moveTo>
                <a:cubicBezTo>
                  <a:pt x="-2246" y="60310"/>
                  <a:pt x="-3731" y="93187"/>
                  <a:pt x="8748" y="117104"/>
                </a:cubicBezTo>
                <a:cubicBezTo>
                  <a:pt x="13977" y="127126"/>
                  <a:pt x="21735" y="135982"/>
                  <a:pt x="30494" y="143128"/>
                </a:cubicBezTo>
                <a:cubicBezTo>
                  <a:pt x="51412" y="160193"/>
                  <a:pt x="96238" y="162244"/>
                  <a:pt x="111418" y="139920"/>
                </a:cubicBezTo>
                <a:cubicBezTo>
                  <a:pt x="115367" y="134113"/>
                  <a:pt x="113524" y="133116"/>
                  <a:pt x="117122" y="127086"/>
                </a:cubicBezTo>
                <a:cubicBezTo>
                  <a:pt x="123964" y="115621"/>
                  <a:pt x="134718" y="106022"/>
                  <a:pt x="138511" y="93220"/>
                </a:cubicBezTo>
                <a:cubicBezTo>
                  <a:pt x="145082" y="71041"/>
                  <a:pt x="148547" y="41011"/>
                  <a:pt x="132807" y="24060"/>
                </a:cubicBezTo>
                <a:cubicBezTo>
                  <a:pt x="115828" y="5775"/>
                  <a:pt x="86035" y="-3354"/>
                  <a:pt x="61509" y="1245"/>
                </a:cubicBezTo>
                <a:cubicBezTo>
                  <a:pt x="53181" y="2807"/>
                  <a:pt x="44598" y="5577"/>
                  <a:pt x="37981" y="10870"/>
                </a:cubicBezTo>
                <a:cubicBezTo>
                  <a:pt x="29355" y="17770"/>
                  <a:pt x="22547" y="27314"/>
                  <a:pt x="12670" y="3226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6" name="Google Shape;396;p22"/>
          <p:cNvSpPr/>
          <p:nvPr/>
        </p:nvSpPr>
        <p:spPr>
          <a:xfrm>
            <a:off x="3196528" y="1003213"/>
            <a:ext cx="240025" cy="203800"/>
          </a:xfrm>
          <a:custGeom>
            <a:rect b="b" l="l" r="r" t="t"/>
            <a:pathLst>
              <a:path extrusionOk="0" h="8152" w="9601">
                <a:moveTo>
                  <a:pt x="4754" y="0"/>
                </a:moveTo>
                <a:cubicBezTo>
                  <a:pt x="2498" y="250"/>
                  <a:pt x="-356" y="2770"/>
                  <a:pt x="119" y="4990"/>
                </a:cubicBezTo>
                <a:cubicBezTo>
                  <a:pt x="725" y="7820"/>
                  <a:pt x="5547" y="8673"/>
                  <a:pt x="8319" y="7842"/>
                </a:cubicBezTo>
                <a:cubicBezTo>
                  <a:pt x="10887" y="7072"/>
                  <a:pt x="8934" y="1198"/>
                  <a:pt x="6536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7" name="Google Shape;397;p22"/>
          <p:cNvSpPr/>
          <p:nvPr/>
        </p:nvSpPr>
        <p:spPr>
          <a:xfrm>
            <a:off x="3468930" y="1288388"/>
            <a:ext cx="73350" cy="58950"/>
          </a:xfrm>
          <a:custGeom>
            <a:rect b="b" l="l" r="r" t="t"/>
            <a:pathLst>
              <a:path extrusionOk="0" h="2358" w="2934">
                <a:moveTo>
                  <a:pt x="275" y="0"/>
                </a:moveTo>
                <a:cubicBezTo>
                  <a:pt x="1292" y="407"/>
                  <a:pt x="3427" y="1262"/>
                  <a:pt x="2770" y="2139"/>
                </a:cubicBezTo>
                <a:cubicBezTo>
                  <a:pt x="2113" y="3016"/>
                  <a:pt x="-764" y="347"/>
                  <a:pt x="275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8" name="Google Shape;398;p22"/>
          <p:cNvSpPr/>
          <p:nvPr/>
        </p:nvSpPr>
        <p:spPr>
          <a:xfrm>
            <a:off x="2834100" y="417530"/>
            <a:ext cx="615800" cy="523200"/>
          </a:xfrm>
          <a:custGeom>
            <a:rect b="b" l="l" r="r" t="t"/>
            <a:pathLst>
              <a:path extrusionOk="0" h="20928" w="24632">
                <a:moveTo>
                  <a:pt x="0" y="6315"/>
                </a:moveTo>
                <a:cubicBezTo>
                  <a:pt x="3023" y="13873"/>
                  <a:pt x="13387" y="24129"/>
                  <a:pt x="20320" y="19862"/>
                </a:cubicBezTo>
                <a:cubicBezTo>
                  <a:pt x="24814" y="17096"/>
                  <a:pt x="26050" y="8043"/>
                  <a:pt x="22459" y="4176"/>
                </a:cubicBezTo>
                <a:cubicBezTo>
                  <a:pt x="20723" y="2306"/>
                  <a:pt x="18094" y="1454"/>
                  <a:pt x="15686" y="611"/>
                </a:cubicBezTo>
                <a:cubicBezTo>
                  <a:pt x="12365" y="-552"/>
                  <a:pt x="7547" y="2"/>
                  <a:pt x="5348" y="2750"/>
                </a:cubicBezTo>
                <a:cubicBezTo>
                  <a:pt x="3418" y="5162"/>
                  <a:pt x="6342" y="9592"/>
                  <a:pt x="8912" y="11306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99" name="Google Shape;399;p22"/>
          <p:cNvSpPr/>
          <p:nvPr/>
        </p:nvSpPr>
        <p:spPr>
          <a:xfrm>
            <a:off x="3698599" y="1242113"/>
            <a:ext cx="178246" cy="151492"/>
          </a:xfrm>
          <a:custGeom>
            <a:rect b="b" l="l" r="r" t="t"/>
            <a:pathLst>
              <a:path extrusionOk="0" h="7178" w="7234">
                <a:moveTo>
                  <a:pt x="4096" y="762"/>
                </a:moveTo>
                <a:cubicBezTo>
                  <a:pt x="2269" y="991"/>
                  <a:pt x="-289" y="2771"/>
                  <a:pt x="96" y="4572"/>
                </a:cubicBezTo>
                <a:cubicBezTo>
                  <a:pt x="550" y="6694"/>
                  <a:pt x="4209" y="7739"/>
                  <a:pt x="6192" y="6858"/>
                </a:cubicBezTo>
                <a:cubicBezTo>
                  <a:pt x="8345" y="5901"/>
                  <a:pt x="6585" y="1054"/>
                  <a:pt x="447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0" name="Google Shape;400;p22"/>
          <p:cNvSpPr/>
          <p:nvPr/>
        </p:nvSpPr>
        <p:spPr>
          <a:xfrm>
            <a:off x="3905250" y="1760855"/>
            <a:ext cx="76200" cy="6900"/>
          </a:xfrm>
          <a:custGeom>
            <a:rect b="b" l="l" r="r" t="t"/>
            <a:pathLst>
              <a:path extrusionOk="0" h="276" w="3048">
                <a:moveTo>
                  <a:pt x="0" y="276"/>
                </a:moveTo>
                <a:cubicBezTo>
                  <a:pt x="998" y="76"/>
                  <a:pt x="2044" y="-82"/>
                  <a:pt x="3048" y="86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1" name="Google Shape;401;p22"/>
          <p:cNvSpPr/>
          <p:nvPr/>
        </p:nvSpPr>
        <p:spPr>
          <a:xfrm>
            <a:off x="4119236" y="1288402"/>
            <a:ext cx="326175" cy="252400"/>
          </a:xfrm>
          <a:custGeom>
            <a:rect b="b" l="l" r="r" t="t"/>
            <a:pathLst>
              <a:path extrusionOk="0" h="10096" w="13047">
                <a:moveTo>
                  <a:pt x="2387" y="4538"/>
                </a:moveTo>
                <a:cubicBezTo>
                  <a:pt x="2003" y="7613"/>
                  <a:pt x="7731" y="11362"/>
                  <a:pt x="10230" y="9529"/>
                </a:cubicBezTo>
                <a:cubicBezTo>
                  <a:pt x="11992" y="8237"/>
                  <a:pt x="13703" y="5423"/>
                  <a:pt x="12726" y="3469"/>
                </a:cubicBezTo>
                <a:cubicBezTo>
                  <a:pt x="10859" y="-265"/>
                  <a:pt x="2116" y="-1335"/>
                  <a:pt x="248" y="2399"/>
                </a:cubicBezTo>
                <a:cubicBezTo>
                  <a:pt x="-537" y="3968"/>
                  <a:pt x="989" y="7034"/>
                  <a:pt x="2744" y="703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2" name="Google Shape;402;p22"/>
          <p:cNvSpPr/>
          <p:nvPr/>
        </p:nvSpPr>
        <p:spPr>
          <a:xfrm>
            <a:off x="3261900" y="2397400"/>
            <a:ext cx="775375" cy="1827025"/>
          </a:xfrm>
          <a:custGeom>
            <a:rect b="b" l="l" r="r" t="t"/>
            <a:pathLst>
              <a:path extrusionOk="0" h="73081" w="31015">
                <a:moveTo>
                  <a:pt x="31015" y="0"/>
                </a:moveTo>
                <a:cubicBezTo>
                  <a:pt x="27072" y="17458"/>
                  <a:pt x="22305" y="34720"/>
                  <a:pt x="17824" y="52048"/>
                </a:cubicBezTo>
                <a:cubicBezTo>
                  <a:pt x="15442" y="61257"/>
                  <a:pt x="15697" y="61319"/>
                  <a:pt x="13546" y="70585"/>
                </a:cubicBezTo>
                <a:cubicBezTo>
                  <a:pt x="13380" y="71301"/>
                  <a:pt x="13649" y="71437"/>
                  <a:pt x="13190" y="72011"/>
                </a:cubicBezTo>
                <a:cubicBezTo>
                  <a:pt x="11836" y="73704"/>
                  <a:pt x="8928" y="70703"/>
                  <a:pt x="6773" y="70942"/>
                </a:cubicBezTo>
                <a:cubicBezTo>
                  <a:pt x="4420" y="71203"/>
                  <a:pt x="2368" y="73081"/>
                  <a:pt x="0" y="7308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3" name="Google Shape;403;p22"/>
          <p:cNvSpPr/>
          <p:nvPr/>
        </p:nvSpPr>
        <p:spPr>
          <a:xfrm>
            <a:off x="4179850" y="2468700"/>
            <a:ext cx="534750" cy="1794825"/>
          </a:xfrm>
          <a:custGeom>
            <a:rect b="b" l="l" r="r" t="t"/>
            <a:pathLst>
              <a:path extrusionOk="0" h="71793" w="21390">
                <a:moveTo>
                  <a:pt x="0" y="0"/>
                </a:moveTo>
                <a:cubicBezTo>
                  <a:pt x="6274" y="6274"/>
                  <a:pt x="3565" y="17507"/>
                  <a:pt x="3565" y="26380"/>
                </a:cubicBezTo>
                <a:cubicBezTo>
                  <a:pt x="3565" y="39860"/>
                  <a:pt x="7185" y="53121"/>
                  <a:pt x="9982" y="66307"/>
                </a:cubicBezTo>
                <a:cubicBezTo>
                  <a:pt x="10349" y="68035"/>
                  <a:pt x="10044" y="70901"/>
                  <a:pt x="11765" y="71298"/>
                </a:cubicBezTo>
                <a:cubicBezTo>
                  <a:pt x="14925" y="72028"/>
                  <a:pt x="18796" y="71819"/>
                  <a:pt x="21390" y="6987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4" name="Google Shape;404;p22"/>
          <p:cNvSpPr txBox="1"/>
          <p:nvPr/>
        </p:nvSpPr>
        <p:spPr>
          <a:xfrm>
            <a:off x="5563500" y="-297075"/>
            <a:ext cx="8721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sz="6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2356575" y="-59400"/>
            <a:ext cx="68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/>
          </a:p>
        </p:txBody>
      </p:sp>
      <p:pic>
        <p:nvPicPr>
          <p:cNvPr id="406" name="Google Shape;4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6600" y="552525"/>
            <a:ext cx="3816051" cy="264484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2"/>
          <p:cNvSpPr/>
          <p:nvPr/>
        </p:nvSpPr>
        <p:spPr>
          <a:xfrm>
            <a:off x="5356300" y="-101912"/>
            <a:ext cx="5534727" cy="4358118"/>
          </a:xfrm>
          <a:custGeom>
            <a:rect b="b" l="l" r="r" t="t"/>
            <a:pathLst>
              <a:path extrusionOk="0" h="156331" w="144096">
                <a:moveTo>
                  <a:pt x="9818" y="36181"/>
                </a:moveTo>
                <a:cubicBezTo>
                  <a:pt x="-2246" y="60310"/>
                  <a:pt x="-3731" y="93187"/>
                  <a:pt x="8748" y="117104"/>
                </a:cubicBezTo>
                <a:cubicBezTo>
                  <a:pt x="13977" y="127126"/>
                  <a:pt x="21735" y="135982"/>
                  <a:pt x="30494" y="143128"/>
                </a:cubicBezTo>
                <a:cubicBezTo>
                  <a:pt x="51412" y="160193"/>
                  <a:pt x="96238" y="162244"/>
                  <a:pt x="111418" y="139920"/>
                </a:cubicBezTo>
                <a:cubicBezTo>
                  <a:pt x="115367" y="134113"/>
                  <a:pt x="113524" y="133116"/>
                  <a:pt x="117122" y="127086"/>
                </a:cubicBezTo>
                <a:cubicBezTo>
                  <a:pt x="123964" y="115621"/>
                  <a:pt x="134718" y="106022"/>
                  <a:pt x="138511" y="93220"/>
                </a:cubicBezTo>
                <a:cubicBezTo>
                  <a:pt x="145082" y="71041"/>
                  <a:pt x="148547" y="41011"/>
                  <a:pt x="132807" y="24060"/>
                </a:cubicBezTo>
                <a:cubicBezTo>
                  <a:pt x="115828" y="5775"/>
                  <a:pt x="86035" y="-3354"/>
                  <a:pt x="61509" y="1245"/>
                </a:cubicBezTo>
                <a:cubicBezTo>
                  <a:pt x="53181" y="2807"/>
                  <a:pt x="44598" y="5577"/>
                  <a:pt x="37981" y="10870"/>
                </a:cubicBezTo>
                <a:cubicBezTo>
                  <a:pt x="29355" y="17770"/>
                  <a:pt x="22547" y="27314"/>
                  <a:pt x="12670" y="3226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/>
          <p:nvPr/>
        </p:nvSpPr>
        <p:spPr>
          <a:xfrm>
            <a:off x="3579000" y="625950"/>
            <a:ext cx="1645457" cy="1507839"/>
          </a:xfrm>
          <a:custGeom>
            <a:rect b="b" l="l" r="r" t="t"/>
            <a:pathLst>
              <a:path extrusionOk="0" h="52777" w="57124">
                <a:moveTo>
                  <a:pt x="41471" y="12303"/>
                </a:moveTo>
                <a:cubicBezTo>
                  <a:pt x="52310" y="12303"/>
                  <a:pt x="61237" y="32965"/>
                  <a:pt x="55036" y="41854"/>
                </a:cubicBezTo>
                <a:cubicBezTo>
                  <a:pt x="45518" y="55498"/>
                  <a:pt x="14124" y="56823"/>
                  <a:pt x="5138" y="42823"/>
                </a:cubicBezTo>
                <a:cubicBezTo>
                  <a:pt x="-820" y="33539"/>
                  <a:pt x="-897" y="31733"/>
                  <a:pt x="1746" y="21023"/>
                </a:cubicBezTo>
                <a:cubicBezTo>
                  <a:pt x="4139" y="11326"/>
                  <a:pt x="7035" y="12329"/>
                  <a:pt x="14342" y="5520"/>
                </a:cubicBezTo>
                <a:cubicBezTo>
                  <a:pt x="21043" y="-724"/>
                  <a:pt x="32508" y="-727"/>
                  <a:pt x="41471" y="1160"/>
                </a:cubicBezTo>
                <a:cubicBezTo>
                  <a:pt x="48288" y="2595"/>
                  <a:pt x="52889" y="9947"/>
                  <a:pt x="56005" y="16178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3" name="Google Shape;413;p23"/>
          <p:cNvSpPr/>
          <p:nvPr/>
        </p:nvSpPr>
        <p:spPr>
          <a:xfrm>
            <a:off x="2540862" y="2292289"/>
            <a:ext cx="1423370" cy="1782825"/>
          </a:xfrm>
          <a:custGeom>
            <a:rect b="b" l="l" r="r" t="t"/>
            <a:pathLst>
              <a:path extrusionOk="0" h="62402" w="49414">
                <a:moveTo>
                  <a:pt x="49414" y="0"/>
                </a:moveTo>
                <a:cubicBezTo>
                  <a:pt x="44022" y="1198"/>
                  <a:pt x="37280" y="4732"/>
                  <a:pt x="36334" y="10174"/>
                </a:cubicBezTo>
                <a:cubicBezTo>
                  <a:pt x="35089" y="17333"/>
                  <a:pt x="35611" y="24743"/>
                  <a:pt x="36334" y="31974"/>
                </a:cubicBezTo>
                <a:cubicBezTo>
                  <a:pt x="37034" y="38974"/>
                  <a:pt x="42531" y="46354"/>
                  <a:pt x="39725" y="52806"/>
                </a:cubicBezTo>
                <a:cubicBezTo>
                  <a:pt x="37363" y="58237"/>
                  <a:pt x="29554" y="59438"/>
                  <a:pt x="23738" y="60557"/>
                </a:cubicBezTo>
                <a:cubicBezTo>
                  <a:pt x="15910" y="62063"/>
                  <a:pt x="3238" y="64935"/>
                  <a:pt x="0" y="5765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4" name="Google Shape;414;p23"/>
          <p:cNvSpPr/>
          <p:nvPr/>
        </p:nvSpPr>
        <p:spPr>
          <a:xfrm>
            <a:off x="4801463" y="2292289"/>
            <a:ext cx="2140788" cy="1768569"/>
          </a:xfrm>
          <a:custGeom>
            <a:rect b="b" l="l" r="r" t="t"/>
            <a:pathLst>
              <a:path extrusionOk="0" h="61903" w="74320">
                <a:moveTo>
                  <a:pt x="0" y="0"/>
                </a:moveTo>
                <a:cubicBezTo>
                  <a:pt x="3288" y="4934"/>
                  <a:pt x="10355" y="5779"/>
                  <a:pt x="15503" y="8721"/>
                </a:cubicBezTo>
                <a:cubicBezTo>
                  <a:pt x="59672" y="33961"/>
                  <a:pt x="7297" y="2799"/>
                  <a:pt x="44085" y="25192"/>
                </a:cubicBezTo>
                <a:cubicBezTo>
                  <a:pt x="54243" y="31375"/>
                  <a:pt x="54511" y="31037"/>
                  <a:pt x="63948" y="38272"/>
                </a:cubicBezTo>
                <a:cubicBezTo>
                  <a:pt x="69113" y="42232"/>
                  <a:pt x="77294" y="42456"/>
                  <a:pt x="73152" y="47477"/>
                </a:cubicBezTo>
                <a:cubicBezTo>
                  <a:pt x="64507" y="57955"/>
                  <a:pt x="60757" y="53091"/>
                  <a:pt x="47961" y="57650"/>
                </a:cubicBezTo>
                <a:cubicBezTo>
                  <a:pt x="38829" y="60904"/>
                  <a:pt x="22494" y="65682"/>
                  <a:pt x="18894" y="56681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5" name="Google Shape;415;p23"/>
          <p:cNvSpPr/>
          <p:nvPr/>
        </p:nvSpPr>
        <p:spPr>
          <a:xfrm>
            <a:off x="3898959" y="2306146"/>
            <a:ext cx="567603" cy="2837344"/>
          </a:xfrm>
          <a:custGeom>
            <a:rect b="b" l="l" r="r" t="t"/>
            <a:pathLst>
              <a:path extrusionOk="0" h="99312" w="19705">
                <a:moveTo>
                  <a:pt x="19705" y="0"/>
                </a:moveTo>
                <a:cubicBezTo>
                  <a:pt x="10104" y="16808"/>
                  <a:pt x="1981" y="35457"/>
                  <a:pt x="327" y="54743"/>
                </a:cubicBezTo>
                <a:cubicBezTo>
                  <a:pt x="-981" y="70001"/>
                  <a:pt x="4616" y="85618"/>
                  <a:pt x="11470" y="9931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6" name="Google Shape;416;p23"/>
          <p:cNvSpPr/>
          <p:nvPr/>
        </p:nvSpPr>
        <p:spPr>
          <a:xfrm>
            <a:off x="3730275" y="1780350"/>
            <a:ext cx="411775" cy="145175"/>
          </a:xfrm>
          <a:custGeom>
            <a:rect b="b" l="l" r="r" t="t"/>
            <a:pathLst>
              <a:path extrusionOk="0" h="5807" w="16471">
                <a:moveTo>
                  <a:pt x="0" y="0"/>
                </a:moveTo>
                <a:cubicBezTo>
                  <a:pt x="1562" y="1823"/>
                  <a:pt x="2615" y="4438"/>
                  <a:pt x="4844" y="5329"/>
                </a:cubicBezTo>
                <a:cubicBezTo>
                  <a:pt x="8520" y="6799"/>
                  <a:pt x="12715" y="4158"/>
                  <a:pt x="16471" y="290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7" name="Google Shape;417;p23"/>
          <p:cNvSpPr/>
          <p:nvPr/>
        </p:nvSpPr>
        <p:spPr>
          <a:xfrm>
            <a:off x="3633375" y="1308025"/>
            <a:ext cx="84775" cy="36325"/>
          </a:xfrm>
          <a:custGeom>
            <a:rect b="b" l="l" r="r" t="t"/>
            <a:pathLst>
              <a:path extrusionOk="0" h="1453" w="3391">
                <a:moveTo>
                  <a:pt x="0" y="0"/>
                </a:moveTo>
                <a:cubicBezTo>
                  <a:pt x="1055" y="633"/>
                  <a:pt x="2161" y="1453"/>
                  <a:pt x="3391" y="1453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8" name="Google Shape;418;p23"/>
          <p:cNvSpPr/>
          <p:nvPr/>
        </p:nvSpPr>
        <p:spPr>
          <a:xfrm>
            <a:off x="4178375" y="1368575"/>
            <a:ext cx="181675" cy="72675"/>
          </a:xfrm>
          <a:custGeom>
            <a:rect b="b" l="l" r="r" t="t"/>
            <a:pathLst>
              <a:path extrusionOk="0" h="2907" w="7267">
                <a:moveTo>
                  <a:pt x="0" y="0"/>
                </a:moveTo>
                <a:cubicBezTo>
                  <a:pt x="2334" y="1167"/>
                  <a:pt x="4709" y="2395"/>
                  <a:pt x="7267" y="290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19" name="Google Shape;4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596001">
            <a:off x="827750" y="1798325"/>
            <a:ext cx="2305949" cy="230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375" y="1550708"/>
            <a:ext cx="2405775" cy="251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18550" y="-156129"/>
            <a:ext cx="3758525" cy="405750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/>
          <p:nvPr/>
        </p:nvSpPr>
        <p:spPr>
          <a:xfrm>
            <a:off x="3495912" y="985388"/>
            <a:ext cx="1257025" cy="1265525"/>
          </a:xfrm>
          <a:custGeom>
            <a:rect b="b" l="l" r="r" t="t"/>
            <a:pathLst>
              <a:path extrusionOk="0" h="50621" w="50281">
                <a:moveTo>
                  <a:pt x="22724" y="50621"/>
                </a:moveTo>
                <a:cubicBezTo>
                  <a:pt x="12666" y="49746"/>
                  <a:pt x="1660" y="40300"/>
                  <a:pt x="265" y="30301"/>
                </a:cubicBezTo>
                <a:cubicBezTo>
                  <a:pt x="-1338" y="18813"/>
                  <a:pt x="5777" y="0"/>
                  <a:pt x="17377" y="0"/>
                </a:cubicBezTo>
                <a:cubicBezTo>
                  <a:pt x="26210" y="0"/>
                  <a:pt x="35452" y="2776"/>
                  <a:pt x="42688" y="7842"/>
                </a:cubicBezTo>
                <a:cubicBezTo>
                  <a:pt x="48693" y="12046"/>
                  <a:pt x="50604" y="21201"/>
                  <a:pt x="50174" y="28519"/>
                </a:cubicBezTo>
                <a:cubicBezTo>
                  <a:pt x="49734" y="36008"/>
                  <a:pt x="44930" y="43376"/>
                  <a:pt x="39123" y="48126"/>
                </a:cubicBezTo>
                <a:cubicBezTo>
                  <a:pt x="35350" y="51212"/>
                  <a:pt x="27952" y="51215"/>
                  <a:pt x="24506" y="477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7" name="Google Shape;427;p24"/>
          <p:cNvSpPr/>
          <p:nvPr/>
        </p:nvSpPr>
        <p:spPr>
          <a:xfrm>
            <a:off x="3900550" y="2295488"/>
            <a:ext cx="395175" cy="3226227"/>
          </a:xfrm>
          <a:custGeom>
            <a:rect b="b" l="l" r="r" t="t"/>
            <a:pathLst>
              <a:path extrusionOk="0" h="120494" w="15807">
                <a:moveTo>
                  <a:pt x="7251" y="0"/>
                </a:moveTo>
                <a:cubicBezTo>
                  <a:pt x="18315" y="38716"/>
                  <a:pt x="-20198" y="102466"/>
                  <a:pt x="15807" y="12049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8" name="Google Shape;428;p24"/>
          <p:cNvSpPr/>
          <p:nvPr/>
        </p:nvSpPr>
        <p:spPr>
          <a:xfrm>
            <a:off x="4687813" y="1015017"/>
            <a:ext cx="289575" cy="275225"/>
          </a:xfrm>
          <a:custGeom>
            <a:rect b="b" l="l" r="r" t="t"/>
            <a:pathLst>
              <a:path extrusionOk="0" h="11009" w="11583">
                <a:moveTo>
                  <a:pt x="9985" y="4519"/>
                </a:moveTo>
                <a:cubicBezTo>
                  <a:pt x="11048" y="5847"/>
                  <a:pt x="12257" y="8307"/>
                  <a:pt x="11054" y="9510"/>
                </a:cubicBezTo>
                <a:cubicBezTo>
                  <a:pt x="8953" y="11611"/>
                  <a:pt x="4462" y="11365"/>
                  <a:pt x="2142" y="9510"/>
                </a:cubicBezTo>
                <a:cubicBezTo>
                  <a:pt x="67" y="7850"/>
                  <a:pt x="-603" y="3974"/>
                  <a:pt x="716" y="1667"/>
                </a:cubicBezTo>
                <a:cubicBezTo>
                  <a:pt x="2533" y="-1511"/>
                  <a:pt x="11411" y="501"/>
                  <a:pt x="11411" y="416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9" name="Google Shape;429;p24"/>
          <p:cNvSpPr/>
          <p:nvPr/>
        </p:nvSpPr>
        <p:spPr>
          <a:xfrm>
            <a:off x="4879781" y="399083"/>
            <a:ext cx="683725" cy="560100"/>
          </a:xfrm>
          <a:custGeom>
            <a:rect b="b" l="l" r="r" t="t"/>
            <a:pathLst>
              <a:path extrusionOk="0" h="22404" w="27349">
                <a:moveTo>
                  <a:pt x="4408" y="5763"/>
                </a:moveTo>
                <a:cubicBezTo>
                  <a:pt x="1454" y="8719"/>
                  <a:pt x="-1692" y="14866"/>
                  <a:pt x="1200" y="17884"/>
                </a:cubicBezTo>
                <a:cubicBezTo>
                  <a:pt x="6873" y="23804"/>
                  <a:pt x="20940" y="24133"/>
                  <a:pt x="25797" y="17527"/>
                </a:cubicBezTo>
                <a:cubicBezTo>
                  <a:pt x="28820" y="13415"/>
                  <a:pt x="26874" y="5328"/>
                  <a:pt x="22589" y="2555"/>
                </a:cubicBezTo>
                <a:cubicBezTo>
                  <a:pt x="17466" y="-760"/>
                  <a:pt x="4408" y="-1408"/>
                  <a:pt x="4408" y="469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0" name="Google Shape;430;p24"/>
          <p:cNvSpPr/>
          <p:nvPr/>
        </p:nvSpPr>
        <p:spPr>
          <a:xfrm flipH="1">
            <a:off x="-2234451" y="-378212"/>
            <a:ext cx="5347403" cy="4883781"/>
          </a:xfrm>
          <a:custGeom>
            <a:rect b="b" l="l" r="r" t="t"/>
            <a:pathLst>
              <a:path extrusionOk="0" h="156331" w="144096">
                <a:moveTo>
                  <a:pt x="9818" y="36181"/>
                </a:moveTo>
                <a:cubicBezTo>
                  <a:pt x="-2246" y="60310"/>
                  <a:pt x="-3731" y="93187"/>
                  <a:pt x="8748" y="117104"/>
                </a:cubicBezTo>
                <a:cubicBezTo>
                  <a:pt x="13977" y="127126"/>
                  <a:pt x="21735" y="135982"/>
                  <a:pt x="30494" y="143128"/>
                </a:cubicBezTo>
                <a:cubicBezTo>
                  <a:pt x="51412" y="160193"/>
                  <a:pt x="96238" y="162244"/>
                  <a:pt x="111418" y="139920"/>
                </a:cubicBezTo>
                <a:cubicBezTo>
                  <a:pt x="115367" y="134113"/>
                  <a:pt x="113524" y="133116"/>
                  <a:pt x="117122" y="127086"/>
                </a:cubicBezTo>
                <a:cubicBezTo>
                  <a:pt x="123964" y="115621"/>
                  <a:pt x="134718" y="106022"/>
                  <a:pt x="138511" y="93220"/>
                </a:cubicBezTo>
                <a:cubicBezTo>
                  <a:pt x="145082" y="71041"/>
                  <a:pt x="148547" y="41011"/>
                  <a:pt x="132807" y="24060"/>
                </a:cubicBezTo>
                <a:cubicBezTo>
                  <a:pt x="115828" y="5775"/>
                  <a:pt x="86035" y="-3354"/>
                  <a:pt x="61509" y="1245"/>
                </a:cubicBezTo>
                <a:cubicBezTo>
                  <a:pt x="53181" y="2807"/>
                  <a:pt x="44598" y="5577"/>
                  <a:pt x="37981" y="10870"/>
                </a:cubicBezTo>
                <a:cubicBezTo>
                  <a:pt x="29355" y="17770"/>
                  <a:pt x="22547" y="27314"/>
                  <a:pt x="12670" y="3226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1" name="Google Shape;431;p24"/>
          <p:cNvSpPr/>
          <p:nvPr/>
        </p:nvSpPr>
        <p:spPr>
          <a:xfrm>
            <a:off x="3196528" y="1003213"/>
            <a:ext cx="240025" cy="203800"/>
          </a:xfrm>
          <a:custGeom>
            <a:rect b="b" l="l" r="r" t="t"/>
            <a:pathLst>
              <a:path extrusionOk="0" h="8152" w="9601">
                <a:moveTo>
                  <a:pt x="4754" y="0"/>
                </a:moveTo>
                <a:cubicBezTo>
                  <a:pt x="2498" y="250"/>
                  <a:pt x="-356" y="2770"/>
                  <a:pt x="119" y="4990"/>
                </a:cubicBezTo>
                <a:cubicBezTo>
                  <a:pt x="725" y="7820"/>
                  <a:pt x="5547" y="8673"/>
                  <a:pt x="8319" y="7842"/>
                </a:cubicBezTo>
                <a:cubicBezTo>
                  <a:pt x="10887" y="7072"/>
                  <a:pt x="8934" y="1198"/>
                  <a:pt x="6536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2" name="Google Shape;432;p24"/>
          <p:cNvSpPr/>
          <p:nvPr/>
        </p:nvSpPr>
        <p:spPr>
          <a:xfrm>
            <a:off x="3468930" y="1288388"/>
            <a:ext cx="73350" cy="58950"/>
          </a:xfrm>
          <a:custGeom>
            <a:rect b="b" l="l" r="r" t="t"/>
            <a:pathLst>
              <a:path extrusionOk="0" h="2358" w="2934">
                <a:moveTo>
                  <a:pt x="275" y="0"/>
                </a:moveTo>
                <a:cubicBezTo>
                  <a:pt x="1292" y="407"/>
                  <a:pt x="3427" y="1262"/>
                  <a:pt x="2770" y="2139"/>
                </a:cubicBezTo>
                <a:cubicBezTo>
                  <a:pt x="2113" y="3016"/>
                  <a:pt x="-764" y="347"/>
                  <a:pt x="275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3" name="Google Shape;433;p24"/>
          <p:cNvSpPr/>
          <p:nvPr/>
        </p:nvSpPr>
        <p:spPr>
          <a:xfrm>
            <a:off x="2834100" y="417530"/>
            <a:ext cx="615800" cy="523200"/>
          </a:xfrm>
          <a:custGeom>
            <a:rect b="b" l="l" r="r" t="t"/>
            <a:pathLst>
              <a:path extrusionOk="0" h="20928" w="24632">
                <a:moveTo>
                  <a:pt x="0" y="6315"/>
                </a:moveTo>
                <a:cubicBezTo>
                  <a:pt x="3023" y="13873"/>
                  <a:pt x="13387" y="24129"/>
                  <a:pt x="20320" y="19862"/>
                </a:cubicBezTo>
                <a:cubicBezTo>
                  <a:pt x="24814" y="17096"/>
                  <a:pt x="26050" y="8043"/>
                  <a:pt x="22459" y="4176"/>
                </a:cubicBezTo>
                <a:cubicBezTo>
                  <a:pt x="20723" y="2306"/>
                  <a:pt x="18094" y="1454"/>
                  <a:pt x="15686" y="611"/>
                </a:cubicBezTo>
                <a:cubicBezTo>
                  <a:pt x="12365" y="-552"/>
                  <a:pt x="7547" y="2"/>
                  <a:pt x="5348" y="2750"/>
                </a:cubicBezTo>
                <a:cubicBezTo>
                  <a:pt x="3418" y="5162"/>
                  <a:pt x="6342" y="9592"/>
                  <a:pt x="8912" y="11306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4" name="Google Shape;434;p24"/>
          <p:cNvSpPr/>
          <p:nvPr/>
        </p:nvSpPr>
        <p:spPr>
          <a:xfrm>
            <a:off x="3698599" y="1242113"/>
            <a:ext cx="178246" cy="151492"/>
          </a:xfrm>
          <a:custGeom>
            <a:rect b="b" l="l" r="r" t="t"/>
            <a:pathLst>
              <a:path extrusionOk="0" h="7178" w="7234">
                <a:moveTo>
                  <a:pt x="4096" y="762"/>
                </a:moveTo>
                <a:cubicBezTo>
                  <a:pt x="2269" y="991"/>
                  <a:pt x="-289" y="2771"/>
                  <a:pt x="96" y="4572"/>
                </a:cubicBezTo>
                <a:cubicBezTo>
                  <a:pt x="550" y="6694"/>
                  <a:pt x="4209" y="7739"/>
                  <a:pt x="6192" y="6858"/>
                </a:cubicBezTo>
                <a:cubicBezTo>
                  <a:pt x="8345" y="5901"/>
                  <a:pt x="6585" y="1054"/>
                  <a:pt x="447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5" name="Google Shape;435;p24"/>
          <p:cNvSpPr/>
          <p:nvPr/>
        </p:nvSpPr>
        <p:spPr>
          <a:xfrm>
            <a:off x="3905250" y="1760855"/>
            <a:ext cx="76200" cy="6900"/>
          </a:xfrm>
          <a:custGeom>
            <a:rect b="b" l="l" r="r" t="t"/>
            <a:pathLst>
              <a:path extrusionOk="0" h="276" w="3048">
                <a:moveTo>
                  <a:pt x="0" y="276"/>
                </a:moveTo>
                <a:cubicBezTo>
                  <a:pt x="998" y="76"/>
                  <a:pt x="2044" y="-82"/>
                  <a:pt x="3048" y="86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6" name="Google Shape;436;p24"/>
          <p:cNvSpPr/>
          <p:nvPr/>
        </p:nvSpPr>
        <p:spPr>
          <a:xfrm>
            <a:off x="4119236" y="1288402"/>
            <a:ext cx="326175" cy="252400"/>
          </a:xfrm>
          <a:custGeom>
            <a:rect b="b" l="l" r="r" t="t"/>
            <a:pathLst>
              <a:path extrusionOk="0" h="10096" w="13047">
                <a:moveTo>
                  <a:pt x="2387" y="4538"/>
                </a:moveTo>
                <a:cubicBezTo>
                  <a:pt x="2003" y="7613"/>
                  <a:pt x="7731" y="11362"/>
                  <a:pt x="10230" y="9529"/>
                </a:cubicBezTo>
                <a:cubicBezTo>
                  <a:pt x="11992" y="8237"/>
                  <a:pt x="13703" y="5423"/>
                  <a:pt x="12726" y="3469"/>
                </a:cubicBezTo>
                <a:cubicBezTo>
                  <a:pt x="10859" y="-265"/>
                  <a:pt x="2116" y="-1335"/>
                  <a:pt x="248" y="2399"/>
                </a:cubicBezTo>
                <a:cubicBezTo>
                  <a:pt x="-537" y="3968"/>
                  <a:pt x="989" y="7034"/>
                  <a:pt x="2744" y="703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7" name="Google Shape;437;p24"/>
          <p:cNvSpPr/>
          <p:nvPr/>
        </p:nvSpPr>
        <p:spPr>
          <a:xfrm>
            <a:off x="3261900" y="2397400"/>
            <a:ext cx="775375" cy="1827025"/>
          </a:xfrm>
          <a:custGeom>
            <a:rect b="b" l="l" r="r" t="t"/>
            <a:pathLst>
              <a:path extrusionOk="0" h="73081" w="31015">
                <a:moveTo>
                  <a:pt x="31015" y="0"/>
                </a:moveTo>
                <a:cubicBezTo>
                  <a:pt x="27072" y="17458"/>
                  <a:pt x="22305" y="34720"/>
                  <a:pt x="17824" y="52048"/>
                </a:cubicBezTo>
                <a:cubicBezTo>
                  <a:pt x="15442" y="61257"/>
                  <a:pt x="15697" y="61319"/>
                  <a:pt x="13546" y="70585"/>
                </a:cubicBezTo>
                <a:cubicBezTo>
                  <a:pt x="13380" y="71301"/>
                  <a:pt x="13649" y="71437"/>
                  <a:pt x="13190" y="72011"/>
                </a:cubicBezTo>
                <a:cubicBezTo>
                  <a:pt x="11836" y="73704"/>
                  <a:pt x="8928" y="70703"/>
                  <a:pt x="6773" y="70942"/>
                </a:cubicBezTo>
                <a:cubicBezTo>
                  <a:pt x="4420" y="71203"/>
                  <a:pt x="2368" y="73081"/>
                  <a:pt x="0" y="7308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8" name="Google Shape;438;p24"/>
          <p:cNvSpPr/>
          <p:nvPr/>
        </p:nvSpPr>
        <p:spPr>
          <a:xfrm>
            <a:off x="4179850" y="2468700"/>
            <a:ext cx="534750" cy="1794825"/>
          </a:xfrm>
          <a:custGeom>
            <a:rect b="b" l="l" r="r" t="t"/>
            <a:pathLst>
              <a:path extrusionOk="0" h="71793" w="21390">
                <a:moveTo>
                  <a:pt x="0" y="0"/>
                </a:moveTo>
                <a:cubicBezTo>
                  <a:pt x="6274" y="6274"/>
                  <a:pt x="3565" y="17507"/>
                  <a:pt x="3565" y="26380"/>
                </a:cubicBezTo>
                <a:cubicBezTo>
                  <a:pt x="3565" y="39860"/>
                  <a:pt x="7185" y="53121"/>
                  <a:pt x="9982" y="66307"/>
                </a:cubicBezTo>
                <a:cubicBezTo>
                  <a:pt x="10349" y="68035"/>
                  <a:pt x="10044" y="70901"/>
                  <a:pt x="11765" y="71298"/>
                </a:cubicBezTo>
                <a:cubicBezTo>
                  <a:pt x="14925" y="72028"/>
                  <a:pt x="18796" y="71819"/>
                  <a:pt x="21390" y="6987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9" name="Google Shape;439;p24"/>
          <p:cNvSpPr txBox="1"/>
          <p:nvPr/>
        </p:nvSpPr>
        <p:spPr>
          <a:xfrm>
            <a:off x="5563500" y="-297075"/>
            <a:ext cx="8721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sz="6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2356575" y="-59400"/>
            <a:ext cx="68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/>
          </a:p>
        </p:txBody>
      </p:sp>
      <p:sp>
        <p:nvSpPr>
          <p:cNvPr id="441" name="Google Shape;441;p24"/>
          <p:cNvSpPr/>
          <p:nvPr/>
        </p:nvSpPr>
        <p:spPr>
          <a:xfrm>
            <a:off x="5356300" y="-101912"/>
            <a:ext cx="5534727" cy="4358118"/>
          </a:xfrm>
          <a:custGeom>
            <a:rect b="b" l="l" r="r" t="t"/>
            <a:pathLst>
              <a:path extrusionOk="0" h="156331" w="144096">
                <a:moveTo>
                  <a:pt x="9818" y="36181"/>
                </a:moveTo>
                <a:cubicBezTo>
                  <a:pt x="-2246" y="60310"/>
                  <a:pt x="-3731" y="93187"/>
                  <a:pt x="8748" y="117104"/>
                </a:cubicBezTo>
                <a:cubicBezTo>
                  <a:pt x="13977" y="127126"/>
                  <a:pt x="21735" y="135982"/>
                  <a:pt x="30494" y="143128"/>
                </a:cubicBezTo>
                <a:cubicBezTo>
                  <a:pt x="51412" y="160193"/>
                  <a:pt x="96238" y="162244"/>
                  <a:pt x="111418" y="139920"/>
                </a:cubicBezTo>
                <a:cubicBezTo>
                  <a:pt x="115367" y="134113"/>
                  <a:pt x="113524" y="133116"/>
                  <a:pt x="117122" y="127086"/>
                </a:cubicBezTo>
                <a:cubicBezTo>
                  <a:pt x="123964" y="115621"/>
                  <a:pt x="134718" y="106022"/>
                  <a:pt x="138511" y="93220"/>
                </a:cubicBezTo>
                <a:cubicBezTo>
                  <a:pt x="145082" y="71041"/>
                  <a:pt x="148547" y="41011"/>
                  <a:pt x="132807" y="24060"/>
                </a:cubicBezTo>
                <a:cubicBezTo>
                  <a:pt x="115828" y="5775"/>
                  <a:pt x="86035" y="-3354"/>
                  <a:pt x="61509" y="1245"/>
                </a:cubicBezTo>
                <a:cubicBezTo>
                  <a:pt x="53181" y="2807"/>
                  <a:pt x="44598" y="5577"/>
                  <a:pt x="37981" y="10870"/>
                </a:cubicBezTo>
                <a:cubicBezTo>
                  <a:pt x="29355" y="17770"/>
                  <a:pt x="22547" y="27314"/>
                  <a:pt x="12670" y="3226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42" name="Google Shape;4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900" y="102225"/>
            <a:ext cx="3758525" cy="37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 txBox="1"/>
          <p:nvPr/>
        </p:nvSpPr>
        <p:spPr>
          <a:xfrm>
            <a:off x="355350" y="1595100"/>
            <a:ext cx="4852500" cy="4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latin typeface="Droid Sans"/>
                <a:ea typeface="Droid Sans"/>
                <a:cs typeface="Droid Sans"/>
                <a:sym typeface="Droid Sans"/>
              </a:rPr>
              <a:t>want </a:t>
            </a:r>
            <a:endParaRPr b="1" sz="11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4720600" y="1595100"/>
            <a:ext cx="46122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latin typeface="Droid Sans"/>
                <a:ea typeface="Droid Sans"/>
                <a:cs typeface="Droid Sans"/>
                <a:sym typeface="Droid Sans"/>
              </a:rPr>
              <a:t>WANT</a:t>
            </a:r>
            <a:endParaRPr b="1" sz="11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"/>
          <p:cNvSpPr/>
          <p:nvPr/>
        </p:nvSpPr>
        <p:spPr>
          <a:xfrm flipH="1" rot="10554381">
            <a:off x="-575006" y="2743118"/>
            <a:ext cx="2524780" cy="818774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0" name="Google Shape;460;p27"/>
          <p:cNvSpPr/>
          <p:nvPr/>
        </p:nvSpPr>
        <p:spPr>
          <a:xfrm rot="750212">
            <a:off x="2264247" y="3659870"/>
            <a:ext cx="1772948" cy="109318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1" name="Google Shape;461;p27"/>
          <p:cNvSpPr/>
          <p:nvPr/>
        </p:nvSpPr>
        <p:spPr>
          <a:xfrm rot="750212">
            <a:off x="2204159" y="2910181"/>
            <a:ext cx="829195" cy="622762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2" name="Google Shape;462;p27"/>
          <p:cNvSpPr/>
          <p:nvPr/>
        </p:nvSpPr>
        <p:spPr>
          <a:xfrm rot="750212">
            <a:off x="2435399" y="3855095"/>
            <a:ext cx="1562722" cy="547494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3" name="Google Shape;463;p27"/>
          <p:cNvSpPr/>
          <p:nvPr/>
        </p:nvSpPr>
        <p:spPr>
          <a:xfrm rot="750212">
            <a:off x="2471791" y="3964493"/>
            <a:ext cx="1184320" cy="800699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4" name="Google Shape;464;p27"/>
          <p:cNvSpPr/>
          <p:nvPr/>
        </p:nvSpPr>
        <p:spPr>
          <a:xfrm rot="1625941">
            <a:off x="2666670" y="4171321"/>
            <a:ext cx="168161" cy="460852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5" name="Google Shape;465;p27"/>
          <p:cNvSpPr/>
          <p:nvPr/>
        </p:nvSpPr>
        <p:spPr>
          <a:xfrm rot="234030">
            <a:off x="6588694" y="3583056"/>
            <a:ext cx="1772907" cy="547565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"/>
          <p:cNvSpPr/>
          <p:nvPr/>
        </p:nvSpPr>
        <p:spPr>
          <a:xfrm rot="-338953">
            <a:off x="6660023" y="4152747"/>
            <a:ext cx="195047" cy="934907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 rot="376322">
            <a:off x="8072027" y="4198212"/>
            <a:ext cx="194967" cy="934883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7"/>
          <p:cNvSpPr/>
          <p:nvPr/>
        </p:nvSpPr>
        <p:spPr>
          <a:xfrm rot="-305928">
            <a:off x="6259186" y="3080677"/>
            <a:ext cx="2359537" cy="338532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996">
            <a:off x="5882750" y="111417"/>
            <a:ext cx="2736975" cy="295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550" y="3962662"/>
            <a:ext cx="1095150" cy="117832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7"/>
          <p:cNvSpPr/>
          <p:nvPr/>
        </p:nvSpPr>
        <p:spPr>
          <a:xfrm>
            <a:off x="48451" y="1318938"/>
            <a:ext cx="2464240" cy="939204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2" name="Google Shape;472;p27"/>
          <p:cNvSpPr/>
          <p:nvPr/>
        </p:nvSpPr>
        <p:spPr>
          <a:xfrm rot="-1680058">
            <a:off x="2489442" y="545510"/>
            <a:ext cx="1772864" cy="109327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3" name="Google Shape;473;p27"/>
          <p:cNvSpPr/>
          <p:nvPr/>
        </p:nvSpPr>
        <p:spPr>
          <a:xfrm rot="-1680058">
            <a:off x="2236697" y="259426"/>
            <a:ext cx="829156" cy="622811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4" name="Google Shape;474;p27"/>
          <p:cNvSpPr/>
          <p:nvPr/>
        </p:nvSpPr>
        <p:spPr>
          <a:xfrm rot="-1680058">
            <a:off x="2913874" y="598573"/>
            <a:ext cx="1562648" cy="547537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5" name="Google Shape;475;p27"/>
          <p:cNvSpPr/>
          <p:nvPr/>
        </p:nvSpPr>
        <p:spPr>
          <a:xfrm rot="-1680058">
            <a:off x="3140169" y="750671"/>
            <a:ext cx="1184264" cy="800762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6" name="Google Shape;476;p27"/>
          <p:cNvSpPr/>
          <p:nvPr/>
        </p:nvSpPr>
        <p:spPr>
          <a:xfrm rot="-1680058">
            <a:off x="3515409" y="1131824"/>
            <a:ext cx="168169" cy="807604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477" name="Google Shape;477;p27"/>
          <p:cNvGrpSpPr/>
          <p:nvPr/>
        </p:nvGrpSpPr>
        <p:grpSpPr>
          <a:xfrm rot="-1889724">
            <a:off x="125228" y="939284"/>
            <a:ext cx="459653" cy="423513"/>
            <a:chOff x="121677" y="1874076"/>
            <a:chExt cx="994767" cy="798221"/>
          </a:xfrm>
        </p:grpSpPr>
        <p:sp>
          <p:nvSpPr>
            <p:cNvPr id="478" name="Google Shape;478;p27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79" name="Google Shape;479;p27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80" name="Google Shape;480;p27"/>
          <p:cNvGrpSpPr/>
          <p:nvPr/>
        </p:nvGrpSpPr>
        <p:grpSpPr>
          <a:xfrm rot="672322">
            <a:off x="270151" y="141879"/>
            <a:ext cx="459691" cy="423546"/>
            <a:chOff x="121677" y="1874076"/>
            <a:chExt cx="994767" cy="798221"/>
          </a:xfrm>
        </p:grpSpPr>
        <p:sp>
          <p:nvSpPr>
            <p:cNvPr id="481" name="Google Shape;481;p27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2" name="Google Shape;482;p27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83" name="Google Shape;483;p27"/>
          <p:cNvGrpSpPr/>
          <p:nvPr/>
        </p:nvGrpSpPr>
        <p:grpSpPr>
          <a:xfrm>
            <a:off x="690654" y="633610"/>
            <a:ext cx="269720" cy="216794"/>
            <a:chOff x="6110979" y="1267145"/>
            <a:chExt cx="454534" cy="606926"/>
          </a:xfrm>
        </p:grpSpPr>
        <p:sp>
          <p:nvSpPr>
            <p:cNvPr id="484" name="Google Shape;484;p27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5" name="Google Shape;485;p27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8"/>
          <p:cNvSpPr/>
          <p:nvPr/>
        </p:nvSpPr>
        <p:spPr>
          <a:xfrm>
            <a:off x="400675" y="5971915"/>
            <a:ext cx="2172494" cy="892749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1" name="Google Shape;491;p28"/>
          <p:cNvSpPr/>
          <p:nvPr/>
        </p:nvSpPr>
        <p:spPr>
          <a:xfrm>
            <a:off x="2692135" y="5903461"/>
            <a:ext cx="1773021" cy="109328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2" name="Google Shape;492;p28"/>
          <p:cNvSpPr/>
          <p:nvPr/>
        </p:nvSpPr>
        <p:spPr>
          <a:xfrm>
            <a:off x="2537972" y="5280625"/>
            <a:ext cx="829230" cy="622820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3" name="Google Shape;493;p28"/>
          <p:cNvSpPr/>
          <p:nvPr/>
        </p:nvSpPr>
        <p:spPr>
          <a:xfrm>
            <a:off x="2951407" y="6074578"/>
            <a:ext cx="1562787" cy="547545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4" name="Google Shape;494;p28"/>
          <p:cNvSpPr/>
          <p:nvPr/>
        </p:nvSpPr>
        <p:spPr>
          <a:xfrm>
            <a:off x="3042507" y="6211468"/>
            <a:ext cx="1184369" cy="800774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5" name="Google Shape;495;p28"/>
          <p:cNvSpPr/>
          <p:nvPr/>
        </p:nvSpPr>
        <p:spPr>
          <a:xfrm>
            <a:off x="3252746" y="6485247"/>
            <a:ext cx="168184" cy="807615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6" name="Google Shape;496;p28"/>
          <p:cNvSpPr/>
          <p:nvPr/>
        </p:nvSpPr>
        <p:spPr>
          <a:xfrm rot="582">
            <a:off x="5559269" y="3934654"/>
            <a:ext cx="1773000" cy="547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5663148" y="4416252"/>
            <a:ext cx="195000" cy="934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8"/>
          <p:cNvSpPr/>
          <p:nvPr/>
        </p:nvSpPr>
        <p:spPr>
          <a:xfrm rot="5289">
            <a:off x="7078877" y="4416254"/>
            <a:ext cx="195000" cy="934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8"/>
          <p:cNvSpPr/>
          <p:nvPr/>
        </p:nvSpPr>
        <p:spPr>
          <a:xfrm rot="-874">
            <a:off x="5221511" y="3595805"/>
            <a:ext cx="2359500" cy="338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8"/>
          <p:cNvSpPr/>
          <p:nvPr/>
        </p:nvSpPr>
        <p:spPr>
          <a:xfrm rot="-7014023">
            <a:off x="744342" y="2956833"/>
            <a:ext cx="1772942" cy="109326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1" name="Google Shape;501;p28"/>
          <p:cNvSpPr/>
          <p:nvPr/>
        </p:nvSpPr>
        <p:spPr>
          <a:xfrm rot="-7014023">
            <a:off x="1172974" y="3424017"/>
            <a:ext cx="829192" cy="622807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2" name="Google Shape;502;p28"/>
          <p:cNvSpPr/>
          <p:nvPr/>
        </p:nvSpPr>
        <p:spPr>
          <a:xfrm rot="-7014023">
            <a:off x="1127703" y="2423695"/>
            <a:ext cx="1562717" cy="547534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3" name="Google Shape;503;p28"/>
          <p:cNvSpPr/>
          <p:nvPr/>
        </p:nvSpPr>
        <p:spPr>
          <a:xfrm rot="-7014023">
            <a:off x="1596276" y="2265347"/>
            <a:ext cx="1184316" cy="800757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4" name="Google Shape;504;p28"/>
          <p:cNvSpPr/>
          <p:nvPr/>
        </p:nvSpPr>
        <p:spPr>
          <a:xfrm rot="-8574353">
            <a:off x="2282384" y="2303456"/>
            <a:ext cx="168176" cy="807622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5" name="Google Shape;505;p28"/>
          <p:cNvSpPr/>
          <p:nvPr/>
        </p:nvSpPr>
        <p:spPr>
          <a:xfrm rot="-612049">
            <a:off x="-106721" y="4103302"/>
            <a:ext cx="1792488" cy="459203"/>
          </a:xfrm>
          <a:custGeom>
            <a:rect b="b" l="l" r="r" t="t"/>
            <a:pathLst>
              <a:path extrusionOk="0" h="18368" w="71699">
                <a:moveTo>
                  <a:pt x="71699" y="9983"/>
                </a:moveTo>
                <a:cubicBezTo>
                  <a:pt x="62305" y="12546"/>
                  <a:pt x="52137" y="15003"/>
                  <a:pt x="42632" y="12890"/>
                </a:cubicBezTo>
                <a:cubicBezTo>
                  <a:pt x="37245" y="11693"/>
                  <a:pt x="32574" y="6169"/>
                  <a:pt x="27130" y="7076"/>
                </a:cubicBezTo>
                <a:cubicBezTo>
                  <a:pt x="22500" y="7847"/>
                  <a:pt x="20930" y="21340"/>
                  <a:pt x="17925" y="17734"/>
                </a:cubicBezTo>
                <a:cubicBezTo>
                  <a:pt x="14515" y="13642"/>
                  <a:pt x="15512" y="7353"/>
                  <a:pt x="14049" y="2232"/>
                </a:cubicBezTo>
                <a:cubicBezTo>
                  <a:pt x="13716" y="1068"/>
                  <a:pt x="13655" y="-294"/>
                  <a:pt x="12596" y="294"/>
                </a:cubicBezTo>
                <a:cubicBezTo>
                  <a:pt x="8997" y="2293"/>
                  <a:pt x="11261" y="10437"/>
                  <a:pt x="7267" y="11437"/>
                </a:cubicBezTo>
                <a:cubicBezTo>
                  <a:pt x="4917" y="12025"/>
                  <a:pt x="2422" y="11437"/>
                  <a:pt x="0" y="11437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6" name="Google Shape;506;p28"/>
          <p:cNvSpPr/>
          <p:nvPr/>
        </p:nvSpPr>
        <p:spPr>
          <a:xfrm rot="996488">
            <a:off x="674725" y="2053023"/>
            <a:ext cx="157437" cy="339096"/>
          </a:xfrm>
          <a:custGeom>
            <a:rect b="b" l="l" r="r" t="t"/>
            <a:pathLst>
              <a:path extrusionOk="0" h="13565" w="6298">
                <a:moveTo>
                  <a:pt x="6298" y="0"/>
                </a:moveTo>
                <a:cubicBezTo>
                  <a:pt x="1505" y="1370"/>
                  <a:pt x="0" y="8580"/>
                  <a:pt x="0" y="13565"/>
                </a:cubicBezTo>
              </a:path>
            </a:pathLst>
          </a:cu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7" name="Google Shape;507;p28"/>
          <p:cNvSpPr/>
          <p:nvPr/>
        </p:nvSpPr>
        <p:spPr>
          <a:xfrm rot="996488">
            <a:off x="501255" y="2049658"/>
            <a:ext cx="116140" cy="520730"/>
          </a:xfrm>
          <a:custGeom>
            <a:rect b="b" l="l" r="r" t="t"/>
            <a:pathLst>
              <a:path extrusionOk="0" h="20831" w="4646">
                <a:moveTo>
                  <a:pt x="2709" y="0"/>
                </a:moveTo>
                <a:cubicBezTo>
                  <a:pt x="-1159" y="5802"/>
                  <a:pt x="-933" y="16646"/>
                  <a:pt x="4646" y="20831"/>
                </a:cubicBezTo>
              </a:path>
            </a:pathLst>
          </a:custGeom>
          <a:noFill/>
          <a:ln cap="flat" cmpd="sng" w="2857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8" name="Google Shape;508;p28"/>
          <p:cNvSpPr/>
          <p:nvPr/>
        </p:nvSpPr>
        <p:spPr>
          <a:xfrm>
            <a:off x="439175" y="1891483"/>
            <a:ext cx="145310" cy="290646"/>
          </a:xfrm>
          <a:custGeom>
            <a:rect b="b" l="l" r="r" t="t"/>
            <a:pathLst>
              <a:path extrusionOk="0" h="11627" w="5813">
                <a:moveTo>
                  <a:pt x="5813" y="0"/>
                </a:moveTo>
                <a:cubicBezTo>
                  <a:pt x="3295" y="3526"/>
                  <a:pt x="612" y="7337"/>
                  <a:pt x="0" y="11627"/>
                </a:cubicBezTo>
              </a:path>
            </a:pathLst>
          </a:cu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9" name="Google Shape;509;p28"/>
          <p:cNvSpPr/>
          <p:nvPr/>
        </p:nvSpPr>
        <p:spPr>
          <a:xfrm>
            <a:off x="2688700" y="2058925"/>
            <a:ext cx="133225" cy="242225"/>
          </a:xfrm>
          <a:custGeom>
            <a:rect b="b" l="l" r="r" t="t"/>
            <a:pathLst>
              <a:path extrusionOk="0" h="9689" w="5329">
                <a:moveTo>
                  <a:pt x="0" y="0"/>
                </a:moveTo>
                <a:cubicBezTo>
                  <a:pt x="2045" y="3067"/>
                  <a:pt x="5329" y="6003"/>
                  <a:pt x="5329" y="9689"/>
                </a:cubicBez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0" name="Google Shape;510;p28"/>
          <p:cNvSpPr/>
          <p:nvPr/>
        </p:nvSpPr>
        <p:spPr>
          <a:xfrm>
            <a:off x="2737150" y="1853025"/>
            <a:ext cx="195550" cy="314900"/>
          </a:xfrm>
          <a:custGeom>
            <a:rect b="b" l="l" r="r" t="t"/>
            <a:pathLst>
              <a:path extrusionOk="0" h="12596" w="7822">
                <a:moveTo>
                  <a:pt x="0" y="0"/>
                </a:moveTo>
                <a:cubicBezTo>
                  <a:pt x="3155" y="3680"/>
                  <a:pt x="9433" y="8260"/>
                  <a:pt x="7267" y="12596"/>
                </a:cubicBezTo>
              </a:path>
            </a:pathLst>
          </a:cu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1" name="Google Shape;511;p28"/>
          <p:cNvSpPr/>
          <p:nvPr/>
        </p:nvSpPr>
        <p:spPr>
          <a:xfrm>
            <a:off x="2930925" y="1756125"/>
            <a:ext cx="216025" cy="532210"/>
          </a:xfrm>
          <a:custGeom>
            <a:rect b="b" l="l" r="r" t="t"/>
            <a:pathLst>
              <a:path extrusionOk="0" h="30521" w="8641">
                <a:moveTo>
                  <a:pt x="0" y="0"/>
                </a:moveTo>
                <a:cubicBezTo>
                  <a:pt x="5199" y="8840"/>
                  <a:pt x="14131" y="30521"/>
                  <a:pt x="3876" y="30521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2" name="Google Shape;512;p28"/>
          <p:cNvSpPr/>
          <p:nvPr/>
        </p:nvSpPr>
        <p:spPr>
          <a:xfrm>
            <a:off x="193775" y="419725"/>
            <a:ext cx="8900" cy="106850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3" name="Google Shape;513;p28"/>
          <p:cNvSpPr/>
          <p:nvPr/>
        </p:nvSpPr>
        <p:spPr>
          <a:xfrm>
            <a:off x="537050" y="220200"/>
            <a:ext cx="44525" cy="124650"/>
          </a:xfrm>
          <a:custGeom>
            <a:rect b="b" l="l" r="r" t="t"/>
            <a:pathLst>
              <a:path extrusionOk="0" h="4986" w="1781">
                <a:moveTo>
                  <a:pt x="1781" y="0"/>
                </a:moveTo>
                <a:cubicBezTo>
                  <a:pt x="891" y="2493"/>
                  <a:pt x="891" y="2493"/>
                  <a:pt x="0" y="4986"/>
                </a:cubicBezTo>
              </a:path>
            </a:pathLst>
          </a:cu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14" name="Google Shape;514;p28"/>
          <p:cNvPicPr preferRelativeResize="0"/>
          <p:nvPr/>
        </p:nvPicPr>
        <p:blipFill rotWithShape="1">
          <a:blip r:embed="rId3">
            <a:alphaModFix/>
          </a:blip>
          <a:srcRect b="7939" l="46743" r="0" t="17518"/>
          <a:stretch/>
        </p:blipFill>
        <p:spPr>
          <a:xfrm>
            <a:off x="4435197" y="0"/>
            <a:ext cx="4021152" cy="35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8"/>
          <p:cNvSpPr/>
          <p:nvPr/>
        </p:nvSpPr>
        <p:spPr>
          <a:xfrm rot="8669977">
            <a:off x="8228525" y="229102"/>
            <a:ext cx="8900" cy="106848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/>
          <p:nvPr/>
        </p:nvSpPr>
        <p:spPr>
          <a:xfrm flipH="1" rot="10554381">
            <a:off x="-575006" y="2743118"/>
            <a:ext cx="2524780" cy="818774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1" name="Google Shape;521;p29"/>
          <p:cNvSpPr/>
          <p:nvPr/>
        </p:nvSpPr>
        <p:spPr>
          <a:xfrm rot="750212">
            <a:off x="2264247" y="3659870"/>
            <a:ext cx="1772948" cy="109318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2" name="Google Shape;522;p29"/>
          <p:cNvSpPr/>
          <p:nvPr/>
        </p:nvSpPr>
        <p:spPr>
          <a:xfrm rot="750212">
            <a:off x="2204159" y="2910181"/>
            <a:ext cx="829195" cy="622762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3" name="Google Shape;523;p29"/>
          <p:cNvSpPr/>
          <p:nvPr/>
        </p:nvSpPr>
        <p:spPr>
          <a:xfrm rot="750212">
            <a:off x="2435399" y="3855095"/>
            <a:ext cx="1562722" cy="547494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4" name="Google Shape;524;p29"/>
          <p:cNvSpPr/>
          <p:nvPr/>
        </p:nvSpPr>
        <p:spPr>
          <a:xfrm rot="750212">
            <a:off x="2471791" y="3964493"/>
            <a:ext cx="1184320" cy="800699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5" name="Google Shape;525;p29"/>
          <p:cNvSpPr/>
          <p:nvPr/>
        </p:nvSpPr>
        <p:spPr>
          <a:xfrm rot="1625941">
            <a:off x="2666670" y="4171321"/>
            <a:ext cx="168161" cy="460852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6" name="Google Shape;526;p29"/>
          <p:cNvSpPr/>
          <p:nvPr/>
        </p:nvSpPr>
        <p:spPr>
          <a:xfrm rot="234030">
            <a:off x="6588694" y="3583056"/>
            <a:ext cx="1772907" cy="547565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"/>
          <p:cNvSpPr/>
          <p:nvPr/>
        </p:nvSpPr>
        <p:spPr>
          <a:xfrm rot="-338953">
            <a:off x="6660023" y="4152747"/>
            <a:ext cx="195047" cy="934907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9"/>
          <p:cNvSpPr/>
          <p:nvPr/>
        </p:nvSpPr>
        <p:spPr>
          <a:xfrm rot="376322">
            <a:off x="8072027" y="4198212"/>
            <a:ext cx="194967" cy="934883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9"/>
          <p:cNvSpPr/>
          <p:nvPr/>
        </p:nvSpPr>
        <p:spPr>
          <a:xfrm rot="-305928">
            <a:off x="6259186" y="3080677"/>
            <a:ext cx="2359537" cy="338532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48451" y="1318938"/>
            <a:ext cx="2464240" cy="939204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1" name="Google Shape;531;p29"/>
          <p:cNvSpPr/>
          <p:nvPr/>
        </p:nvSpPr>
        <p:spPr>
          <a:xfrm rot="-1680058">
            <a:off x="2489442" y="545510"/>
            <a:ext cx="1772864" cy="109327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2" name="Google Shape;532;p29"/>
          <p:cNvSpPr/>
          <p:nvPr/>
        </p:nvSpPr>
        <p:spPr>
          <a:xfrm rot="-1680058">
            <a:off x="2236697" y="259426"/>
            <a:ext cx="829156" cy="622811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3" name="Google Shape;533;p29"/>
          <p:cNvSpPr/>
          <p:nvPr/>
        </p:nvSpPr>
        <p:spPr>
          <a:xfrm rot="-1680058">
            <a:off x="2913874" y="598573"/>
            <a:ext cx="1562648" cy="547537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4" name="Google Shape;534;p29"/>
          <p:cNvSpPr/>
          <p:nvPr/>
        </p:nvSpPr>
        <p:spPr>
          <a:xfrm rot="-1680058">
            <a:off x="3140169" y="750671"/>
            <a:ext cx="1184264" cy="800762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" name="Google Shape;535;p29"/>
          <p:cNvSpPr/>
          <p:nvPr/>
        </p:nvSpPr>
        <p:spPr>
          <a:xfrm rot="-1680058">
            <a:off x="3515409" y="1131824"/>
            <a:ext cx="168169" cy="807604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76200">
            <a:solidFill>
              <a:srgbClr val="66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36" name="Google Shape;536;p29"/>
          <p:cNvGrpSpPr/>
          <p:nvPr/>
        </p:nvGrpSpPr>
        <p:grpSpPr>
          <a:xfrm rot="-1889724">
            <a:off x="125228" y="939284"/>
            <a:ext cx="459653" cy="423513"/>
            <a:chOff x="121677" y="1874076"/>
            <a:chExt cx="994767" cy="798221"/>
          </a:xfrm>
        </p:grpSpPr>
        <p:sp>
          <p:nvSpPr>
            <p:cNvPr id="537" name="Google Shape;537;p29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38" name="Google Shape;538;p29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39" name="Google Shape;539;p29"/>
          <p:cNvGrpSpPr/>
          <p:nvPr/>
        </p:nvGrpSpPr>
        <p:grpSpPr>
          <a:xfrm rot="672322">
            <a:off x="270151" y="141879"/>
            <a:ext cx="459691" cy="423546"/>
            <a:chOff x="121677" y="1874076"/>
            <a:chExt cx="994767" cy="798221"/>
          </a:xfrm>
        </p:grpSpPr>
        <p:sp>
          <p:nvSpPr>
            <p:cNvPr id="540" name="Google Shape;540;p29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1" name="Google Shape;541;p29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42" name="Google Shape;542;p29"/>
          <p:cNvGrpSpPr/>
          <p:nvPr/>
        </p:nvGrpSpPr>
        <p:grpSpPr>
          <a:xfrm>
            <a:off x="690654" y="633610"/>
            <a:ext cx="269720" cy="216794"/>
            <a:chOff x="6110979" y="1267145"/>
            <a:chExt cx="454534" cy="606926"/>
          </a:xfrm>
        </p:grpSpPr>
        <p:sp>
          <p:nvSpPr>
            <p:cNvPr id="543" name="Google Shape;543;p29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4" name="Google Shape;544;p29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545" name="Google Shape;545;p29"/>
          <p:cNvPicPr preferRelativeResize="0"/>
          <p:nvPr/>
        </p:nvPicPr>
        <p:blipFill rotWithShape="1">
          <a:blip r:embed="rId3">
            <a:alphaModFix/>
          </a:blip>
          <a:srcRect b="5375" l="0" r="5384" t="0"/>
          <a:stretch/>
        </p:blipFill>
        <p:spPr>
          <a:xfrm rot="234002">
            <a:off x="4957837" y="285792"/>
            <a:ext cx="4215525" cy="2499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0"/>
          <p:cNvSpPr/>
          <p:nvPr/>
        </p:nvSpPr>
        <p:spPr>
          <a:xfrm>
            <a:off x="400675" y="5971915"/>
            <a:ext cx="2172494" cy="892749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1" name="Google Shape;551;p30"/>
          <p:cNvSpPr/>
          <p:nvPr/>
        </p:nvSpPr>
        <p:spPr>
          <a:xfrm>
            <a:off x="2692135" y="5903461"/>
            <a:ext cx="1773021" cy="109328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2" name="Google Shape;552;p30"/>
          <p:cNvSpPr/>
          <p:nvPr/>
        </p:nvSpPr>
        <p:spPr>
          <a:xfrm>
            <a:off x="2537972" y="5280625"/>
            <a:ext cx="829230" cy="622820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3" name="Google Shape;553;p30"/>
          <p:cNvSpPr/>
          <p:nvPr/>
        </p:nvSpPr>
        <p:spPr>
          <a:xfrm>
            <a:off x="2951407" y="6074578"/>
            <a:ext cx="1562787" cy="547545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4" name="Google Shape;554;p30"/>
          <p:cNvSpPr/>
          <p:nvPr/>
        </p:nvSpPr>
        <p:spPr>
          <a:xfrm>
            <a:off x="3042507" y="6211468"/>
            <a:ext cx="1184369" cy="800774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5" name="Google Shape;555;p30"/>
          <p:cNvSpPr/>
          <p:nvPr/>
        </p:nvSpPr>
        <p:spPr>
          <a:xfrm>
            <a:off x="3252746" y="6485247"/>
            <a:ext cx="168184" cy="807615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6" name="Google Shape;556;p30"/>
          <p:cNvSpPr/>
          <p:nvPr/>
        </p:nvSpPr>
        <p:spPr>
          <a:xfrm>
            <a:off x="6656298" y="4198252"/>
            <a:ext cx="195000" cy="934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0"/>
          <p:cNvSpPr/>
          <p:nvPr/>
        </p:nvSpPr>
        <p:spPr>
          <a:xfrm rot="-7014023">
            <a:off x="744342" y="2956833"/>
            <a:ext cx="1772942" cy="109326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8" name="Google Shape;558;p30"/>
          <p:cNvSpPr/>
          <p:nvPr/>
        </p:nvSpPr>
        <p:spPr>
          <a:xfrm rot="-7014023">
            <a:off x="1172974" y="3424017"/>
            <a:ext cx="829192" cy="622807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9" name="Google Shape;559;p30"/>
          <p:cNvSpPr/>
          <p:nvPr/>
        </p:nvSpPr>
        <p:spPr>
          <a:xfrm rot="-7014023">
            <a:off x="1127703" y="2423695"/>
            <a:ext cx="1562717" cy="547534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0" name="Google Shape;560;p30"/>
          <p:cNvSpPr/>
          <p:nvPr/>
        </p:nvSpPr>
        <p:spPr>
          <a:xfrm rot="-7014023">
            <a:off x="1596276" y="2265347"/>
            <a:ext cx="1184316" cy="800757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1" name="Google Shape;561;p30"/>
          <p:cNvSpPr/>
          <p:nvPr/>
        </p:nvSpPr>
        <p:spPr>
          <a:xfrm rot="-8574353">
            <a:off x="2282384" y="2303456"/>
            <a:ext cx="168176" cy="807622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2" name="Google Shape;562;p30"/>
          <p:cNvSpPr/>
          <p:nvPr/>
        </p:nvSpPr>
        <p:spPr>
          <a:xfrm rot="-612049">
            <a:off x="-106721" y="4103302"/>
            <a:ext cx="1792488" cy="459203"/>
          </a:xfrm>
          <a:custGeom>
            <a:rect b="b" l="l" r="r" t="t"/>
            <a:pathLst>
              <a:path extrusionOk="0" h="18368" w="71699">
                <a:moveTo>
                  <a:pt x="71699" y="9983"/>
                </a:moveTo>
                <a:cubicBezTo>
                  <a:pt x="62305" y="12546"/>
                  <a:pt x="52137" y="15003"/>
                  <a:pt x="42632" y="12890"/>
                </a:cubicBezTo>
                <a:cubicBezTo>
                  <a:pt x="37245" y="11693"/>
                  <a:pt x="32574" y="6169"/>
                  <a:pt x="27130" y="7076"/>
                </a:cubicBezTo>
                <a:cubicBezTo>
                  <a:pt x="22500" y="7847"/>
                  <a:pt x="20930" y="21340"/>
                  <a:pt x="17925" y="17734"/>
                </a:cubicBezTo>
                <a:cubicBezTo>
                  <a:pt x="14515" y="13642"/>
                  <a:pt x="15512" y="7353"/>
                  <a:pt x="14049" y="2232"/>
                </a:cubicBezTo>
                <a:cubicBezTo>
                  <a:pt x="13716" y="1068"/>
                  <a:pt x="13655" y="-294"/>
                  <a:pt x="12596" y="294"/>
                </a:cubicBezTo>
                <a:cubicBezTo>
                  <a:pt x="8997" y="2293"/>
                  <a:pt x="11261" y="10437"/>
                  <a:pt x="7267" y="11437"/>
                </a:cubicBezTo>
                <a:cubicBezTo>
                  <a:pt x="4917" y="12025"/>
                  <a:pt x="2422" y="11437"/>
                  <a:pt x="0" y="11437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3" name="Google Shape;563;p30"/>
          <p:cNvSpPr/>
          <p:nvPr/>
        </p:nvSpPr>
        <p:spPr>
          <a:xfrm rot="996488">
            <a:off x="674725" y="2053023"/>
            <a:ext cx="157437" cy="339096"/>
          </a:xfrm>
          <a:custGeom>
            <a:rect b="b" l="l" r="r" t="t"/>
            <a:pathLst>
              <a:path extrusionOk="0" h="13565" w="6298">
                <a:moveTo>
                  <a:pt x="6298" y="0"/>
                </a:moveTo>
                <a:cubicBezTo>
                  <a:pt x="1505" y="1370"/>
                  <a:pt x="0" y="8580"/>
                  <a:pt x="0" y="13565"/>
                </a:cubicBezTo>
              </a:path>
            </a:pathLst>
          </a:cu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4" name="Google Shape;564;p30"/>
          <p:cNvSpPr/>
          <p:nvPr/>
        </p:nvSpPr>
        <p:spPr>
          <a:xfrm rot="996488">
            <a:off x="501255" y="2049658"/>
            <a:ext cx="116140" cy="520730"/>
          </a:xfrm>
          <a:custGeom>
            <a:rect b="b" l="l" r="r" t="t"/>
            <a:pathLst>
              <a:path extrusionOk="0" h="20831" w="4646">
                <a:moveTo>
                  <a:pt x="2709" y="0"/>
                </a:moveTo>
                <a:cubicBezTo>
                  <a:pt x="-1159" y="5802"/>
                  <a:pt x="-933" y="16646"/>
                  <a:pt x="4646" y="20831"/>
                </a:cubicBezTo>
              </a:path>
            </a:pathLst>
          </a:custGeom>
          <a:noFill/>
          <a:ln cap="flat" cmpd="sng" w="2857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5" name="Google Shape;565;p30"/>
          <p:cNvSpPr/>
          <p:nvPr/>
        </p:nvSpPr>
        <p:spPr>
          <a:xfrm>
            <a:off x="439175" y="1891483"/>
            <a:ext cx="145310" cy="290646"/>
          </a:xfrm>
          <a:custGeom>
            <a:rect b="b" l="l" r="r" t="t"/>
            <a:pathLst>
              <a:path extrusionOk="0" h="11627" w="5813">
                <a:moveTo>
                  <a:pt x="5813" y="0"/>
                </a:moveTo>
                <a:cubicBezTo>
                  <a:pt x="3295" y="3526"/>
                  <a:pt x="612" y="7337"/>
                  <a:pt x="0" y="11627"/>
                </a:cubicBezTo>
              </a:path>
            </a:pathLst>
          </a:cu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6" name="Google Shape;566;p30"/>
          <p:cNvSpPr/>
          <p:nvPr/>
        </p:nvSpPr>
        <p:spPr>
          <a:xfrm>
            <a:off x="2688700" y="2058925"/>
            <a:ext cx="133225" cy="242225"/>
          </a:xfrm>
          <a:custGeom>
            <a:rect b="b" l="l" r="r" t="t"/>
            <a:pathLst>
              <a:path extrusionOk="0" h="9689" w="5329">
                <a:moveTo>
                  <a:pt x="0" y="0"/>
                </a:moveTo>
                <a:cubicBezTo>
                  <a:pt x="2045" y="3067"/>
                  <a:pt x="5329" y="6003"/>
                  <a:pt x="5329" y="9689"/>
                </a:cubicBez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7" name="Google Shape;567;p30"/>
          <p:cNvSpPr/>
          <p:nvPr/>
        </p:nvSpPr>
        <p:spPr>
          <a:xfrm>
            <a:off x="2737150" y="1853025"/>
            <a:ext cx="195550" cy="314900"/>
          </a:xfrm>
          <a:custGeom>
            <a:rect b="b" l="l" r="r" t="t"/>
            <a:pathLst>
              <a:path extrusionOk="0" h="12596" w="7822">
                <a:moveTo>
                  <a:pt x="0" y="0"/>
                </a:moveTo>
                <a:cubicBezTo>
                  <a:pt x="3155" y="3680"/>
                  <a:pt x="9433" y="8260"/>
                  <a:pt x="7267" y="12596"/>
                </a:cubicBezTo>
              </a:path>
            </a:pathLst>
          </a:cu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8" name="Google Shape;568;p30"/>
          <p:cNvSpPr/>
          <p:nvPr/>
        </p:nvSpPr>
        <p:spPr>
          <a:xfrm>
            <a:off x="2930925" y="1756125"/>
            <a:ext cx="216025" cy="532210"/>
          </a:xfrm>
          <a:custGeom>
            <a:rect b="b" l="l" r="r" t="t"/>
            <a:pathLst>
              <a:path extrusionOk="0" h="30521" w="8641">
                <a:moveTo>
                  <a:pt x="0" y="0"/>
                </a:moveTo>
                <a:cubicBezTo>
                  <a:pt x="5199" y="8840"/>
                  <a:pt x="14131" y="30521"/>
                  <a:pt x="3876" y="30521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9" name="Google Shape;569;p30"/>
          <p:cNvSpPr/>
          <p:nvPr/>
        </p:nvSpPr>
        <p:spPr>
          <a:xfrm>
            <a:off x="193775" y="419725"/>
            <a:ext cx="8900" cy="106850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0" name="Google Shape;570;p30"/>
          <p:cNvSpPr/>
          <p:nvPr/>
        </p:nvSpPr>
        <p:spPr>
          <a:xfrm>
            <a:off x="537050" y="220200"/>
            <a:ext cx="44525" cy="124650"/>
          </a:xfrm>
          <a:custGeom>
            <a:rect b="b" l="l" r="r" t="t"/>
            <a:pathLst>
              <a:path extrusionOk="0" h="4986" w="1781">
                <a:moveTo>
                  <a:pt x="1781" y="0"/>
                </a:moveTo>
                <a:cubicBezTo>
                  <a:pt x="891" y="2493"/>
                  <a:pt x="891" y="2493"/>
                  <a:pt x="0" y="4986"/>
                </a:cubicBezTo>
              </a:path>
            </a:pathLst>
          </a:cu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71" name="Google Shape;571;p30"/>
          <p:cNvPicPr preferRelativeResize="0"/>
          <p:nvPr/>
        </p:nvPicPr>
        <p:blipFill rotWithShape="1">
          <a:blip r:embed="rId3">
            <a:alphaModFix/>
          </a:blip>
          <a:srcRect b="12265" l="0" r="2220" t="10059"/>
          <a:stretch/>
        </p:blipFill>
        <p:spPr>
          <a:xfrm rot="-329997">
            <a:off x="3157629" y="50148"/>
            <a:ext cx="6011867" cy="349657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0"/>
          <p:cNvSpPr/>
          <p:nvPr/>
        </p:nvSpPr>
        <p:spPr>
          <a:xfrm rot="582">
            <a:off x="6552419" y="3716654"/>
            <a:ext cx="1773000" cy="5475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 rot="5289">
            <a:off x="8072027" y="4198254"/>
            <a:ext cx="195000" cy="9348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0"/>
          <p:cNvSpPr/>
          <p:nvPr/>
        </p:nvSpPr>
        <p:spPr>
          <a:xfrm rot="-874">
            <a:off x="6214661" y="3377805"/>
            <a:ext cx="2359500" cy="338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 rot="8669977">
            <a:off x="8297225" y="229102"/>
            <a:ext cx="8900" cy="106848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32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587" name="Google Shape;587;p32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88" name="Google Shape;588;p32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89" name="Google Shape;589;p32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590" name="Google Shape;590;p32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91" name="Google Shape;591;p32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92" name="Google Shape;592;p32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593" name="Google Shape;593;p32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94" name="Google Shape;594;p32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95" name="Google Shape;595;p32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596" name="Google Shape;596;p32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97" name="Google Shape;597;p32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98" name="Google Shape;598;p32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599" name="Google Shape;599;p32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0" name="Google Shape;600;p32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01" name="Google Shape;601;p32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602" name="Google Shape;602;p32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3" name="Google Shape;603;p32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04" name="Google Shape;604;p32"/>
          <p:cNvGrpSpPr/>
          <p:nvPr/>
        </p:nvGrpSpPr>
        <p:grpSpPr>
          <a:xfrm>
            <a:off x="4678666" y="1145910"/>
            <a:ext cx="269720" cy="216794"/>
            <a:chOff x="6110979" y="1267145"/>
            <a:chExt cx="454534" cy="606926"/>
          </a:xfrm>
        </p:grpSpPr>
        <p:sp>
          <p:nvSpPr>
            <p:cNvPr id="605" name="Google Shape;605;p32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6" name="Google Shape;606;p32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07" name="Google Shape;607;p32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608" name="Google Shape;608;p32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9" name="Google Shape;609;p32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10" name="Google Shape;610;p32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611" name="Google Shape;611;p32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2" name="Google Shape;612;p32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13" name="Google Shape;613;p32"/>
          <p:cNvGrpSpPr/>
          <p:nvPr/>
        </p:nvGrpSpPr>
        <p:grpSpPr>
          <a:xfrm>
            <a:off x="4626950" y="1995223"/>
            <a:ext cx="350127" cy="327783"/>
            <a:chOff x="4626950" y="1995223"/>
            <a:chExt cx="350127" cy="327783"/>
          </a:xfrm>
        </p:grpSpPr>
        <p:sp>
          <p:nvSpPr>
            <p:cNvPr id="614" name="Google Shape;614;p32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5" name="Google Shape;615;p32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16" name="Google Shape;616;p32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617" name="Google Shape;617;p32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8" name="Google Shape;618;p32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19" name="Google Shape;619;p32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620" name="Google Shape;620;p32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21" name="Google Shape;621;p32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22" name="Google Shape;622;p32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623" name="Google Shape;623;p32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24" name="Google Shape;624;p32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25" name="Google Shape;625;p32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6" name="Google Shape;626;p32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7" name="Google Shape;627;p32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8" name="Google Shape;628;p32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9" name="Google Shape;629;p32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0" name="Google Shape;630;p32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1" name="Google Shape;631;p32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2" name="Google Shape;632;p32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3" name="Google Shape;633;p32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3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639" name="Google Shape;639;p33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0" name="Google Shape;640;p33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41" name="Google Shape;641;p33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642" name="Google Shape;642;p33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3" name="Google Shape;643;p33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44" name="Google Shape;644;p33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645" name="Google Shape;645;p33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6" name="Google Shape;646;p33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47" name="Google Shape;647;p33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648" name="Google Shape;648;p33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9" name="Google Shape;649;p33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50" name="Google Shape;650;p33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651" name="Google Shape;651;p33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2" name="Google Shape;652;p33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53" name="Google Shape;653;p33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654" name="Google Shape;654;p33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5" name="Google Shape;655;p33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56" name="Google Shape;656;p33"/>
          <p:cNvGrpSpPr/>
          <p:nvPr/>
        </p:nvGrpSpPr>
        <p:grpSpPr>
          <a:xfrm>
            <a:off x="4678666" y="1145910"/>
            <a:ext cx="269720" cy="216794"/>
            <a:chOff x="6110979" y="1267145"/>
            <a:chExt cx="454534" cy="606926"/>
          </a:xfrm>
        </p:grpSpPr>
        <p:sp>
          <p:nvSpPr>
            <p:cNvPr id="657" name="Google Shape;657;p33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8" name="Google Shape;658;p33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59" name="Google Shape;659;p33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660" name="Google Shape;660;p33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1" name="Google Shape;661;p33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62" name="Google Shape;662;p33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663" name="Google Shape;663;p33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4" name="Google Shape;664;p33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65" name="Google Shape;665;p33"/>
          <p:cNvGrpSpPr/>
          <p:nvPr/>
        </p:nvGrpSpPr>
        <p:grpSpPr>
          <a:xfrm>
            <a:off x="4626950" y="1995223"/>
            <a:ext cx="350127" cy="327783"/>
            <a:chOff x="4626950" y="1995223"/>
            <a:chExt cx="350127" cy="327783"/>
          </a:xfrm>
        </p:grpSpPr>
        <p:sp>
          <p:nvSpPr>
            <p:cNvPr id="666" name="Google Shape;666;p33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7" name="Google Shape;667;p33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68" name="Google Shape;668;p33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669" name="Google Shape;669;p33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0" name="Google Shape;670;p33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71" name="Google Shape;671;p33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672" name="Google Shape;672;p33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3" name="Google Shape;673;p33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74" name="Google Shape;674;p33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675" name="Google Shape;675;p33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6" name="Google Shape;676;p33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77" name="Google Shape;677;p33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8" name="Google Shape;678;p33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79" name="Google Shape;679;p33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0" name="Google Shape;680;p33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1" name="Google Shape;681;p33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2" name="Google Shape;682;p33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3" name="Google Shape;683;p33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4" name="Google Shape;684;p33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5" name="Google Shape;685;p33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34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691" name="Google Shape;691;p34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2" name="Google Shape;692;p34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93" name="Google Shape;693;p34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694" name="Google Shape;694;p34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5" name="Google Shape;695;p34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96" name="Google Shape;696;p34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697" name="Google Shape;697;p34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8" name="Google Shape;698;p34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99" name="Google Shape;699;p34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700" name="Google Shape;700;p34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1" name="Google Shape;701;p34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02" name="Google Shape;702;p34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703" name="Google Shape;703;p34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4" name="Google Shape;704;p34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05" name="Google Shape;705;p34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706" name="Google Shape;706;p34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7" name="Google Shape;707;p34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08" name="Google Shape;708;p34"/>
          <p:cNvGrpSpPr/>
          <p:nvPr/>
        </p:nvGrpSpPr>
        <p:grpSpPr>
          <a:xfrm>
            <a:off x="4678666" y="1145910"/>
            <a:ext cx="269720" cy="216794"/>
            <a:chOff x="6110979" y="1267145"/>
            <a:chExt cx="454534" cy="606926"/>
          </a:xfrm>
        </p:grpSpPr>
        <p:sp>
          <p:nvSpPr>
            <p:cNvPr id="709" name="Google Shape;709;p34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0" name="Google Shape;710;p34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11" name="Google Shape;711;p34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712" name="Google Shape;712;p34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3" name="Google Shape;713;p34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14" name="Google Shape;714;p34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715" name="Google Shape;715;p34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6" name="Google Shape;716;p34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17" name="Google Shape;717;p34"/>
          <p:cNvGrpSpPr/>
          <p:nvPr/>
        </p:nvGrpSpPr>
        <p:grpSpPr>
          <a:xfrm>
            <a:off x="4626950" y="1995223"/>
            <a:ext cx="350127" cy="327783"/>
            <a:chOff x="4626950" y="1995223"/>
            <a:chExt cx="350127" cy="327783"/>
          </a:xfrm>
        </p:grpSpPr>
        <p:sp>
          <p:nvSpPr>
            <p:cNvPr id="718" name="Google Shape;718;p34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9" name="Google Shape;719;p34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20" name="Google Shape;720;p34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721" name="Google Shape;721;p34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2" name="Google Shape;722;p34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23" name="Google Shape;723;p34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724" name="Google Shape;724;p34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5" name="Google Shape;725;p34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26" name="Google Shape;726;p34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727" name="Google Shape;727;p34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8" name="Google Shape;728;p34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729" name="Google Shape;729;p34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0" name="Google Shape;730;p34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1" name="Google Shape;731;p34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2" name="Google Shape;732;p34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3" name="Google Shape;733;p34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4" name="Google Shape;734;p34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5" name="Google Shape;735;p34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6" name="Google Shape;736;p34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7" name="Google Shape;737;p34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5"/>
          <p:cNvSpPr txBox="1"/>
          <p:nvPr/>
        </p:nvSpPr>
        <p:spPr>
          <a:xfrm>
            <a:off x="6223625" y="-205687"/>
            <a:ext cx="3196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743" name="Google Shape;743;p35"/>
          <p:cNvSpPr/>
          <p:nvPr/>
        </p:nvSpPr>
        <p:spPr>
          <a:xfrm rot="-179882">
            <a:off x="4187080" y="2273757"/>
            <a:ext cx="516409" cy="110522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4" name="Google Shape;744;p35"/>
          <p:cNvSpPr/>
          <p:nvPr/>
        </p:nvSpPr>
        <p:spPr>
          <a:xfrm>
            <a:off x="3668275" y="1344450"/>
            <a:ext cx="730100" cy="139075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5" name="Google Shape;745;p35"/>
          <p:cNvSpPr/>
          <p:nvPr/>
        </p:nvSpPr>
        <p:spPr>
          <a:xfrm>
            <a:off x="3089163" y="1660725"/>
            <a:ext cx="730100" cy="110523"/>
          </a:xfrm>
          <a:custGeom>
            <a:rect b="b" l="l" r="r" t="t"/>
            <a:pathLst>
              <a:path extrusionOk="0" h="5563" w="29204">
                <a:moveTo>
                  <a:pt x="0" y="0"/>
                </a:moveTo>
                <a:cubicBezTo>
                  <a:pt x="9838" y="0"/>
                  <a:pt x="20409" y="8683"/>
                  <a:pt x="29204" y="427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6" name="Google Shape;746;p35"/>
          <p:cNvSpPr/>
          <p:nvPr/>
        </p:nvSpPr>
        <p:spPr>
          <a:xfrm>
            <a:off x="2760125" y="480800"/>
            <a:ext cx="108600" cy="789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5"/>
          <p:cNvSpPr/>
          <p:nvPr/>
        </p:nvSpPr>
        <p:spPr>
          <a:xfrm>
            <a:off x="400650" y="2546425"/>
            <a:ext cx="44525" cy="35625"/>
          </a:xfrm>
          <a:custGeom>
            <a:rect b="b" l="l" r="r" t="t"/>
            <a:pathLst>
              <a:path extrusionOk="0" h="1425" w="1781">
                <a:moveTo>
                  <a:pt x="0" y="0"/>
                </a:moveTo>
                <a:cubicBezTo>
                  <a:pt x="891" y="713"/>
                  <a:pt x="891" y="713"/>
                  <a:pt x="1781" y="1425"/>
                </a:cubicBezTo>
              </a:path>
            </a:pathLst>
          </a:custGeom>
          <a:noFill/>
          <a:ln cap="flat" cmpd="sng" w="1524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8" name="Google Shape;748;p35"/>
          <p:cNvSpPr/>
          <p:nvPr/>
        </p:nvSpPr>
        <p:spPr>
          <a:xfrm>
            <a:off x="1246500" y="1006100"/>
            <a:ext cx="89050" cy="8900"/>
          </a:xfrm>
          <a:custGeom>
            <a:rect b="b" l="l" r="r" t="t"/>
            <a:pathLst>
              <a:path extrusionOk="0" h="356" w="3562">
                <a:moveTo>
                  <a:pt x="3562" y="356"/>
                </a:moveTo>
                <a:cubicBezTo>
                  <a:pt x="2385" y="160"/>
                  <a:pt x="1193" y="0"/>
                  <a:pt x="0" y="0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9" name="Google Shape;749;p35"/>
          <p:cNvSpPr/>
          <p:nvPr/>
        </p:nvSpPr>
        <p:spPr>
          <a:xfrm>
            <a:off x="1415675" y="845850"/>
            <a:ext cx="44525" cy="89025"/>
          </a:xfrm>
          <a:custGeom>
            <a:rect b="b" l="l" r="r" t="t"/>
            <a:pathLst>
              <a:path extrusionOk="0" h="3561" w="1781">
                <a:moveTo>
                  <a:pt x="0" y="0"/>
                </a:moveTo>
                <a:cubicBezTo>
                  <a:pt x="493" y="1232"/>
                  <a:pt x="1360" y="2302"/>
                  <a:pt x="1781" y="3561"/>
                </a:cubicBezTo>
              </a:path>
            </a:pathLst>
          </a:custGeom>
          <a:noFill/>
          <a:ln cap="flat" cmpd="sng" w="114300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0" name="Google Shape;750;p35"/>
          <p:cNvSpPr/>
          <p:nvPr/>
        </p:nvSpPr>
        <p:spPr>
          <a:xfrm>
            <a:off x="229100" y="523500"/>
            <a:ext cx="269677" cy="110525"/>
          </a:xfrm>
          <a:custGeom>
            <a:rect b="b" l="l" r="r" t="t"/>
            <a:pathLst>
              <a:path extrusionOk="0" h="4421" w="20657">
                <a:moveTo>
                  <a:pt x="0" y="0"/>
                </a:moveTo>
                <a:cubicBezTo>
                  <a:pt x="6987" y="0"/>
                  <a:pt x="14406" y="6683"/>
                  <a:pt x="20657" y="3562"/>
                </a:cubicBezTo>
              </a:path>
            </a:pathLst>
          </a:custGeom>
          <a:noFill/>
          <a:ln cap="flat" cmpd="sng" w="381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1" name="Google Shape;751;p35"/>
          <p:cNvSpPr/>
          <p:nvPr/>
        </p:nvSpPr>
        <p:spPr>
          <a:xfrm>
            <a:off x="3062850" y="1353350"/>
            <a:ext cx="8900" cy="106850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A4C2F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2" name="Google Shape;752;p35"/>
          <p:cNvSpPr/>
          <p:nvPr/>
        </p:nvSpPr>
        <p:spPr>
          <a:xfrm>
            <a:off x="4767875" y="1184175"/>
            <a:ext cx="44525" cy="124650"/>
          </a:xfrm>
          <a:custGeom>
            <a:rect b="b" l="l" r="r" t="t"/>
            <a:pathLst>
              <a:path extrusionOk="0" h="4986" w="1781">
                <a:moveTo>
                  <a:pt x="1781" y="0"/>
                </a:moveTo>
                <a:cubicBezTo>
                  <a:pt x="891" y="2493"/>
                  <a:pt x="891" y="2493"/>
                  <a:pt x="0" y="4986"/>
                </a:cubicBezTo>
              </a:path>
            </a:pathLst>
          </a:custGeom>
          <a:noFill/>
          <a:ln cap="flat" cmpd="sng" w="1524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3" name="Google Shape;753;p35"/>
          <p:cNvSpPr/>
          <p:nvPr/>
        </p:nvSpPr>
        <p:spPr>
          <a:xfrm rot="-179882">
            <a:off x="1198024" y="2020857"/>
            <a:ext cx="1190013" cy="1363782"/>
          </a:xfrm>
          <a:custGeom>
            <a:rect b="b" l="l" r="r" t="t"/>
            <a:pathLst>
              <a:path extrusionOk="0" h="54553" w="47602">
                <a:moveTo>
                  <a:pt x="16611" y="3189"/>
                </a:moveTo>
                <a:cubicBezTo>
                  <a:pt x="24886" y="1121"/>
                  <a:pt x="38434" y="-688"/>
                  <a:pt x="41898" y="7107"/>
                </a:cubicBezTo>
                <a:cubicBezTo>
                  <a:pt x="46043" y="16435"/>
                  <a:pt x="49355" y="27570"/>
                  <a:pt x="46528" y="37379"/>
                </a:cubicBezTo>
                <a:cubicBezTo>
                  <a:pt x="44502" y="44408"/>
                  <a:pt x="38764" y="51163"/>
                  <a:pt x="31926" y="53762"/>
                </a:cubicBezTo>
                <a:cubicBezTo>
                  <a:pt x="24260" y="56675"/>
                  <a:pt x="14594" y="50619"/>
                  <a:pt x="9132" y="44502"/>
                </a:cubicBezTo>
                <a:cubicBezTo>
                  <a:pt x="2340" y="36895"/>
                  <a:pt x="3244" y="24771"/>
                  <a:pt x="2722" y="14586"/>
                </a:cubicBezTo>
                <a:cubicBezTo>
                  <a:pt x="2479" y="9838"/>
                  <a:pt x="-2544" y="1707"/>
                  <a:pt x="2010" y="340"/>
                </a:cubicBezTo>
                <a:cubicBezTo>
                  <a:pt x="5429" y="-686"/>
                  <a:pt x="9125" y="1053"/>
                  <a:pt x="12694" y="1053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4" name="Google Shape;754;p35"/>
          <p:cNvSpPr/>
          <p:nvPr/>
        </p:nvSpPr>
        <p:spPr>
          <a:xfrm rot="-179882">
            <a:off x="1834898" y="2310110"/>
            <a:ext cx="321490" cy="395813"/>
          </a:xfrm>
          <a:custGeom>
            <a:rect b="b" l="l" r="r" t="t"/>
            <a:pathLst>
              <a:path extrusionOk="0" h="15833" w="12860">
                <a:moveTo>
                  <a:pt x="0" y="10060"/>
                </a:moveTo>
                <a:cubicBezTo>
                  <a:pt x="3265" y="6795"/>
                  <a:pt x="5052" y="-614"/>
                  <a:pt x="9616" y="88"/>
                </a:cubicBezTo>
                <a:cubicBezTo>
                  <a:pt x="14800" y="885"/>
                  <a:pt x="13280" y="14486"/>
                  <a:pt x="8192" y="15758"/>
                </a:cubicBezTo>
                <a:cubicBezTo>
                  <a:pt x="5795" y="16357"/>
                  <a:pt x="6127" y="10809"/>
                  <a:pt x="3918" y="9704"/>
                </a:cubicBezTo>
              </a:path>
            </a:pathLst>
          </a:custGeom>
          <a:noFill/>
          <a:ln cap="flat" cmpd="sng" w="2857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5" name="Google Shape;755;p35"/>
          <p:cNvSpPr/>
          <p:nvPr/>
        </p:nvSpPr>
        <p:spPr>
          <a:xfrm rot="-179882">
            <a:off x="1502465" y="2582847"/>
            <a:ext cx="183219" cy="185094"/>
          </a:xfrm>
          <a:custGeom>
            <a:rect b="b" l="l" r="r" t="t"/>
            <a:pathLst>
              <a:path extrusionOk="0" h="7404" w="7329">
                <a:moveTo>
                  <a:pt x="4366" y="356"/>
                </a:moveTo>
                <a:cubicBezTo>
                  <a:pt x="5880" y="2173"/>
                  <a:pt x="8699" y="6245"/>
                  <a:pt x="6503" y="7123"/>
                </a:cubicBezTo>
                <a:cubicBezTo>
                  <a:pt x="4550" y="7904"/>
                  <a:pt x="1818" y="6939"/>
                  <a:pt x="449" y="5342"/>
                </a:cubicBezTo>
                <a:cubicBezTo>
                  <a:pt x="-799" y="3886"/>
                  <a:pt x="766" y="606"/>
                  <a:pt x="2586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6" name="Google Shape;756;p35"/>
          <p:cNvSpPr/>
          <p:nvPr/>
        </p:nvSpPr>
        <p:spPr>
          <a:xfrm rot="-180097">
            <a:off x="1932817" y="2443480"/>
            <a:ext cx="215927" cy="124655"/>
          </a:xfrm>
          <a:custGeom>
            <a:rect b="b" l="l" r="r" t="t"/>
            <a:pathLst>
              <a:path extrusionOk="0" h="6648" w="8903">
                <a:moveTo>
                  <a:pt x="0" y="0"/>
                </a:moveTo>
                <a:cubicBezTo>
                  <a:pt x="755" y="2267"/>
                  <a:pt x="968" y="5572"/>
                  <a:pt x="3205" y="6411"/>
                </a:cubicBezTo>
                <a:cubicBezTo>
                  <a:pt x="5038" y="7099"/>
                  <a:pt x="7274" y="6072"/>
                  <a:pt x="8903" y="4986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7" name="Google Shape;757;p35"/>
          <p:cNvSpPr/>
          <p:nvPr/>
        </p:nvSpPr>
        <p:spPr>
          <a:xfrm rot="-179882">
            <a:off x="2060239" y="2412373"/>
            <a:ext cx="9525" cy="52373"/>
          </a:xfrm>
          <a:custGeom>
            <a:rect b="b" l="l" r="r" t="t"/>
            <a:pathLst>
              <a:path extrusionOk="0" h="2095" w="381">
                <a:moveTo>
                  <a:pt x="0" y="0"/>
                </a:moveTo>
                <a:cubicBezTo>
                  <a:pt x="0" y="710"/>
                  <a:pt x="64" y="1460"/>
                  <a:pt x="381" y="209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8" name="Google Shape;758;p35"/>
          <p:cNvSpPr/>
          <p:nvPr/>
        </p:nvSpPr>
        <p:spPr>
          <a:xfrm rot="-179882">
            <a:off x="1599250" y="2636566"/>
            <a:ext cx="19049" cy="28574"/>
          </a:xfrm>
          <a:custGeom>
            <a:rect b="b" l="l" r="r" t="t"/>
            <a:pathLst>
              <a:path extrusionOk="0" h="1143" w="762">
                <a:moveTo>
                  <a:pt x="762" y="1143"/>
                </a:moveTo>
                <a:cubicBezTo>
                  <a:pt x="381" y="572"/>
                  <a:pt x="381" y="572"/>
                  <a:pt x="0" y="0"/>
                </a:cubicBezTo>
              </a:path>
            </a:pathLst>
          </a:custGeom>
          <a:noFill/>
          <a:ln cap="flat" cmpd="sng" w="1905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59" name="Google Shape;759;p35"/>
          <p:cNvSpPr/>
          <p:nvPr/>
        </p:nvSpPr>
        <p:spPr>
          <a:xfrm rot="-179882">
            <a:off x="1884490" y="3065013"/>
            <a:ext cx="23824" cy="47624"/>
          </a:xfrm>
          <a:custGeom>
            <a:rect b="b" l="l" r="r" t="t"/>
            <a:pathLst>
              <a:path extrusionOk="0" h="1905" w="953">
                <a:moveTo>
                  <a:pt x="0" y="0"/>
                </a:moveTo>
                <a:cubicBezTo>
                  <a:pt x="502" y="502"/>
                  <a:pt x="953" y="1195"/>
                  <a:pt x="953" y="1905"/>
                </a:cubicBezTo>
              </a:path>
            </a:pathLst>
          </a:cu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0" name="Google Shape;760;p35"/>
          <p:cNvSpPr/>
          <p:nvPr/>
        </p:nvSpPr>
        <p:spPr>
          <a:xfrm rot="-179882">
            <a:off x="2125000" y="3329389"/>
            <a:ext cx="215918" cy="1946689"/>
          </a:xfrm>
          <a:custGeom>
            <a:rect b="b" l="l" r="r" t="t"/>
            <a:pathLst>
              <a:path extrusionOk="0" h="77870" w="8637">
                <a:moveTo>
                  <a:pt x="0" y="231"/>
                </a:moveTo>
                <a:cubicBezTo>
                  <a:pt x="7401" y="-1618"/>
                  <a:pt x="7350" y="14017"/>
                  <a:pt x="8192" y="21599"/>
                </a:cubicBezTo>
                <a:cubicBezTo>
                  <a:pt x="9794" y="36017"/>
                  <a:pt x="5699" y="50542"/>
                  <a:pt x="5699" y="65049"/>
                </a:cubicBezTo>
                <a:cubicBezTo>
                  <a:pt x="5699" y="69323"/>
                  <a:pt x="3788" y="74048"/>
                  <a:pt x="5699" y="77870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1" name="Google Shape;761;p35"/>
          <p:cNvSpPr/>
          <p:nvPr/>
        </p:nvSpPr>
        <p:spPr>
          <a:xfrm rot="-179882">
            <a:off x="2253524" y="2807079"/>
            <a:ext cx="854723" cy="610506"/>
          </a:xfrm>
          <a:custGeom>
            <a:rect b="b" l="l" r="r" t="t"/>
            <a:pathLst>
              <a:path extrusionOk="0" h="24421" w="34190">
                <a:moveTo>
                  <a:pt x="0" y="24421"/>
                </a:moveTo>
                <a:cubicBezTo>
                  <a:pt x="4888" y="23199"/>
                  <a:pt x="9412" y="19881"/>
                  <a:pt x="12465" y="15874"/>
                </a:cubicBezTo>
                <a:cubicBezTo>
                  <a:pt x="14171" y="13635"/>
                  <a:pt x="13569" y="8395"/>
                  <a:pt x="16383" y="8395"/>
                </a:cubicBezTo>
                <a:cubicBezTo>
                  <a:pt x="18260" y="8395"/>
                  <a:pt x="18261" y="14351"/>
                  <a:pt x="19588" y="13024"/>
                </a:cubicBezTo>
                <a:cubicBezTo>
                  <a:pt x="21327" y="11285"/>
                  <a:pt x="23612" y="4617"/>
                  <a:pt x="25286" y="4477"/>
                </a:cubicBezTo>
                <a:cubicBezTo>
                  <a:pt x="27355" y="4304"/>
                  <a:pt x="25352" y="8186"/>
                  <a:pt x="27423" y="8038"/>
                </a:cubicBezTo>
                <a:cubicBezTo>
                  <a:pt x="30776" y="7799"/>
                  <a:pt x="32686" y="-2448"/>
                  <a:pt x="34190" y="559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2" name="Google Shape;762;p35"/>
          <p:cNvSpPr/>
          <p:nvPr/>
        </p:nvSpPr>
        <p:spPr>
          <a:xfrm rot="-179882">
            <a:off x="2276389" y="3329363"/>
            <a:ext cx="1059492" cy="773376"/>
          </a:xfrm>
          <a:custGeom>
            <a:rect b="b" l="l" r="r" t="t"/>
            <a:pathLst>
              <a:path extrusionOk="0" h="30936" w="42381">
                <a:moveTo>
                  <a:pt x="0" y="8643"/>
                </a:moveTo>
                <a:cubicBezTo>
                  <a:pt x="3541" y="13960"/>
                  <a:pt x="9391" y="17499"/>
                  <a:pt x="12821" y="22889"/>
                </a:cubicBezTo>
                <a:cubicBezTo>
                  <a:pt x="13917" y="24612"/>
                  <a:pt x="15299" y="26143"/>
                  <a:pt x="16382" y="27875"/>
                </a:cubicBezTo>
                <a:cubicBezTo>
                  <a:pt x="16976" y="28825"/>
                  <a:pt x="17434" y="31574"/>
                  <a:pt x="18163" y="30724"/>
                </a:cubicBezTo>
                <a:cubicBezTo>
                  <a:pt x="23490" y="24510"/>
                  <a:pt x="23314" y="15175"/>
                  <a:pt x="26354" y="7575"/>
                </a:cubicBezTo>
                <a:cubicBezTo>
                  <a:pt x="27399" y="4962"/>
                  <a:pt x="27479" y="445"/>
                  <a:pt x="30272" y="96"/>
                </a:cubicBezTo>
                <a:cubicBezTo>
                  <a:pt x="36398" y="-669"/>
                  <a:pt x="31721" y="14760"/>
                  <a:pt x="37395" y="17191"/>
                </a:cubicBezTo>
                <a:cubicBezTo>
                  <a:pt x="38868" y="17822"/>
                  <a:pt x="36955" y="15526"/>
                  <a:pt x="37395" y="13985"/>
                </a:cubicBezTo>
                <a:cubicBezTo>
                  <a:pt x="38445" y="10309"/>
                  <a:pt x="40414" y="6935"/>
                  <a:pt x="42381" y="3657"/>
                </a:cubicBezTo>
              </a:path>
            </a:pathLst>
          </a:custGeom>
          <a:noFill/>
          <a:ln cap="flat" cmpd="sng" w="381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3" name="Google Shape;763;p35"/>
          <p:cNvSpPr/>
          <p:nvPr/>
        </p:nvSpPr>
        <p:spPr>
          <a:xfrm>
            <a:off x="792423" y="1609150"/>
            <a:ext cx="154099" cy="213680"/>
          </a:xfrm>
          <a:custGeom>
            <a:rect b="b" l="l" r="r" t="t"/>
            <a:pathLst>
              <a:path extrusionOk="0" h="3997" w="5999">
                <a:moveTo>
                  <a:pt x="5101" y="0"/>
                </a:moveTo>
                <a:cubicBezTo>
                  <a:pt x="5264" y="1301"/>
                  <a:pt x="6729" y="4235"/>
                  <a:pt x="5457" y="3917"/>
                </a:cubicBezTo>
                <a:cubicBezTo>
                  <a:pt x="-5723" y="1119"/>
                  <a:pt x="4219" y="2672"/>
                  <a:pt x="1539" y="1780"/>
                </a:cubicBezTo>
              </a:path>
            </a:pathLst>
          </a:custGeom>
          <a:noFill/>
          <a:ln cap="flat" cmpd="sng" w="381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4" name="Google Shape;764;p35"/>
          <p:cNvSpPr/>
          <p:nvPr/>
        </p:nvSpPr>
        <p:spPr>
          <a:xfrm>
            <a:off x="1833297" y="546500"/>
            <a:ext cx="222163" cy="194422"/>
          </a:xfrm>
          <a:custGeom>
            <a:rect b="b" l="l" r="r" t="t"/>
            <a:pathLst>
              <a:path extrusionOk="0" h="7123" w="12185">
                <a:moveTo>
                  <a:pt x="0" y="0"/>
                </a:moveTo>
                <a:cubicBezTo>
                  <a:pt x="2871" y="2871"/>
                  <a:pt x="8121" y="1391"/>
                  <a:pt x="11753" y="3206"/>
                </a:cubicBezTo>
                <a:cubicBezTo>
                  <a:pt x="13137" y="3898"/>
                  <a:pt x="10354" y="6029"/>
                  <a:pt x="9260" y="7123"/>
                </a:cubicBezTo>
              </a:path>
            </a:pathLst>
          </a:custGeom>
          <a:noFill/>
          <a:ln cap="flat" cmpd="sng" w="76200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5" name="Google Shape;765;p35"/>
          <p:cNvSpPr/>
          <p:nvPr/>
        </p:nvSpPr>
        <p:spPr>
          <a:xfrm rot="8669977">
            <a:off x="4230275" y="460802"/>
            <a:ext cx="8900" cy="106848"/>
          </a:xfrm>
          <a:custGeom>
            <a:rect b="b" l="l" r="r" t="t"/>
            <a:pathLst>
              <a:path extrusionOk="0" h="4274" w="356">
                <a:moveTo>
                  <a:pt x="0" y="0"/>
                </a:moveTo>
                <a:cubicBezTo>
                  <a:pt x="0" y="1430"/>
                  <a:pt x="10" y="2887"/>
                  <a:pt x="356" y="4274"/>
                </a:cubicBezTo>
              </a:path>
            </a:pathLst>
          </a:custGeom>
          <a:noFill/>
          <a:ln cap="flat" cmpd="sng" w="1524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Google Shape;770;p36"/>
          <p:cNvGrpSpPr/>
          <p:nvPr/>
        </p:nvGrpSpPr>
        <p:grpSpPr>
          <a:xfrm>
            <a:off x="1713379" y="-418154"/>
            <a:ext cx="254387" cy="200779"/>
            <a:chOff x="6848550" y="1223847"/>
            <a:chExt cx="657840" cy="733842"/>
          </a:xfrm>
        </p:grpSpPr>
        <p:sp>
          <p:nvSpPr>
            <p:cNvPr id="771" name="Google Shape;771;p36"/>
            <p:cNvSpPr/>
            <p:nvPr/>
          </p:nvSpPr>
          <p:spPr>
            <a:xfrm>
              <a:off x="6848550" y="1256218"/>
              <a:ext cx="185680" cy="701471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2" name="Google Shape;772;p36"/>
            <p:cNvSpPr/>
            <p:nvPr/>
          </p:nvSpPr>
          <p:spPr>
            <a:xfrm>
              <a:off x="6981043" y="1223847"/>
              <a:ext cx="525347" cy="667935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73" name="Google Shape;773;p36"/>
          <p:cNvGrpSpPr/>
          <p:nvPr/>
        </p:nvGrpSpPr>
        <p:grpSpPr>
          <a:xfrm>
            <a:off x="3357225" y="0"/>
            <a:ext cx="434956" cy="300837"/>
            <a:chOff x="3357225" y="-50875"/>
            <a:chExt cx="434956" cy="300837"/>
          </a:xfrm>
        </p:grpSpPr>
        <p:sp>
          <p:nvSpPr>
            <p:cNvPr id="774" name="Google Shape;774;p36"/>
            <p:cNvSpPr/>
            <p:nvPr/>
          </p:nvSpPr>
          <p:spPr>
            <a:xfrm>
              <a:off x="3357225" y="2385"/>
              <a:ext cx="268418" cy="247577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5" name="Google Shape;775;p36"/>
            <p:cNvSpPr/>
            <p:nvPr/>
          </p:nvSpPr>
          <p:spPr>
            <a:xfrm>
              <a:off x="3532514" y="-50875"/>
              <a:ext cx="259667" cy="236061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76" name="Google Shape;776;p36"/>
          <p:cNvGrpSpPr/>
          <p:nvPr/>
        </p:nvGrpSpPr>
        <p:grpSpPr>
          <a:xfrm>
            <a:off x="745514" y="1580594"/>
            <a:ext cx="254387" cy="200720"/>
            <a:chOff x="121664" y="249944"/>
            <a:chExt cx="254387" cy="200720"/>
          </a:xfrm>
        </p:grpSpPr>
        <p:sp>
          <p:nvSpPr>
            <p:cNvPr id="777" name="Google Shape;777;p36"/>
            <p:cNvSpPr/>
            <p:nvPr/>
          </p:nvSpPr>
          <p:spPr>
            <a:xfrm>
              <a:off x="121664" y="249944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8" name="Google Shape;778;p36"/>
            <p:cNvSpPr/>
            <p:nvPr/>
          </p:nvSpPr>
          <p:spPr>
            <a:xfrm>
              <a:off x="180062" y="267337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79" name="Google Shape;779;p36"/>
          <p:cNvGrpSpPr/>
          <p:nvPr/>
        </p:nvGrpSpPr>
        <p:grpSpPr>
          <a:xfrm>
            <a:off x="640099" y="597589"/>
            <a:ext cx="1384086" cy="1183740"/>
            <a:chOff x="640099" y="597589"/>
            <a:chExt cx="1384086" cy="1183740"/>
          </a:xfrm>
        </p:grpSpPr>
        <p:sp>
          <p:nvSpPr>
            <p:cNvPr id="780" name="Google Shape;780;p36"/>
            <p:cNvSpPr/>
            <p:nvPr/>
          </p:nvSpPr>
          <p:spPr>
            <a:xfrm>
              <a:off x="1307413" y="743703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1" name="Google Shape;781;p36"/>
            <p:cNvSpPr/>
            <p:nvPr/>
          </p:nvSpPr>
          <p:spPr>
            <a:xfrm>
              <a:off x="640099" y="597589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82" name="Google Shape;782;p36"/>
          <p:cNvGrpSpPr/>
          <p:nvPr/>
        </p:nvGrpSpPr>
        <p:grpSpPr>
          <a:xfrm>
            <a:off x="2219953" y="61800"/>
            <a:ext cx="1229338" cy="1128687"/>
            <a:chOff x="2219953" y="61800"/>
            <a:chExt cx="1229338" cy="1128687"/>
          </a:xfrm>
        </p:grpSpPr>
        <p:sp>
          <p:nvSpPr>
            <p:cNvPr id="783" name="Google Shape;783;p36"/>
            <p:cNvSpPr/>
            <p:nvPr/>
          </p:nvSpPr>
          <p:spPr>
            <a:xfrm>
              <a:off x="2732518" y="152861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4" name="Google Shape;784;p36"/>
            <p:cNvSpPr/>
            <p:nvPr/>
          </p:nvSpPr>
          <p:spPr>
            <a:xfrm flipH="1">
              <a:off x="2219953" y="61800"/>
              <a:ext cx="575728" cy="984362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85" name="Google Shape;785;p36"/>
          <p:cNvGrpSpPr/>
          <p:nvPr/>
        </p:nvGrpSpPr>
        <p:grpSpPr>
          <a:xfrm>
            <a:off x="191192" y="479250"/>
            <a:ext cx="407857" cy="384834"/>
            <a:chOff x="191192" y="479250"/>
            <a:chExt cx="407857" cy="384834"/>
          </a:xfrm>
        </p:grpSpPr>
        <p:sp>
          <p:nvSpPr>
            <p:cNvPr id="786" name="Google Shape;786;p36"/>
            <p:cNvSpPr/>
            <p:nvPr/>
          </p:nvSpPr>
          <p:spPr>
            <a:xfrm flipH="1">
              <a:off x="483924" y="496227"/>
              <a:ext cx="115125" cy="367857"/>
            </a:xfrm>
            <a:custGeom>
              <a:rect b="b" l="l" r="r" t="t"/>
              <a:pathLst>
                <a:path extrusionOk="0" h="37943" w="12128">
                  <a:moveTo>
                    <a:pt x="6158" y="37943"/>
                  </a:moveTo>
                  <a:cubicBezTo>
                    <a:pt x="14253" y="29848"/>
                    <a:pt x="-2609" y="15107"/>
                    <a:pt x="454" y="4076"/>
                  </a:cubicBezTo>
                  <a:cubicBezTo>
                    <a:pt x="1281" y="1099"/>
                    <a:pt x="6290" y="-952"/>
                    <a:pt x="9010" y="512"/>
                  </a:cubicBezTo>
                  <a:cubicBezTo>
                    <a:pt x="11264" y="1725"/>
                    <a:pt x="12671" y="5213"/>
                    <a:pt x="11862" y="7641"/>
                  </a:cubicBezTo>
                </a:path>
              </a:pathLst>
            </a:custGeom>
            <a:noFill/>
            <a:ln cap="flat" cmpd="sng" w="1905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7" name="Google Shape;787;p36"/>
            <p:cNvSpPr/>
            <p:nvPr/>
          </p:nvSpPr>
          <p:spPr>
            <a:xfrm flipH="1">
              <a:off x="191192" y="479250"/>
              <a:ext cx="325726" cy="350271"/>
            </a:xfrm>
            <a:custGeom>
              <a:rect b="b" l="l" r="r" t="t"/>
              <a:pathLst>
                <a:path extrusionOk="0" h="36129" w="34314">
                  <a:moveTo>
                    <a:pt x="3209" y="3688"/>
                  </a:moveTo>
                  <a:cubicBezTo>
                    <a:pt x="8008" y="1632"/>
                    <a:pt x="13530" y="-993"/>
                    <a:pt x="18538" y="480"/>
                  </a:cubicBezTo>
                  <a:cubicBezTo>
                    <a:pt x="27614" y="3150"/>
                    <a:pt x="36356" y="15238"/>
                    <a:pt x="33867" y="24365"/>
                  </a:cubicBezTo>
                  <a:cubicBezTo>
                    <a:pt x="32271" y="30216"/>
                    <a:pt x="24877" y="33706"/>
                    <a:pt x="18894" y="34703"/>
                  </a:cubicBezTo>
                  <a:cubicBezTo>
                    <a:pt x="12664" y="35741"/>
                    <a:pt x="2828" y="30481"/>
                    <a:pt x="0" y="36129"/>
                  </a:cubicBezTo>
                </a:path>
              </a:pathLst>
            </a:custGeom>
            <a:noFill/>
            <a:ln cap="flat" cmpd="sng" w="1905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88" name="Google Shape;788;p36"/>
          <p:cNvGrpSpPr/>
          <p:nvPr/>
        </p:nvGrpSpPr>
        <p:grpSpPr>
          <a:xfrm>
            <a:off x="4678666" y="1145910"/>
            <a:ext cx="269720" cy="216794"/>
            <a:chOff x="6110979" y="1267145"/>
            <a:chExt cx="454534" cy="606926"/>
          </a:xfrm>
        </p:grpSpPr>
        <p:sp>
          <p:nvSpPr>
            <p:cNvPr id="789" name="Google Shape;789;p36"/>
            <p:cNvSpPr/>
            <p:nvPr/>
          </p:nvSpPr>
          <p:spPr>
            <a:xfrm>
              <a:off x="6110979" y="1374595"/>
              <a:ext cx="280508" cy="499475"/>
            </a:xfrm>
            <a:custGeom>
              <a:rect b="b" l="l" r="r" t="t"/>
              <a:pathLst>
                <a:path extrusionOk="0" h="36787" w="28616">
                  <a:moveTo>
                    <a:pt x="23322" y="6129"/>
                  </a:moveTo>
                  <a:cubicBezTo>
                    <a:pt x="17264" y="1284"/>
                    <a:pt x="1007" y="-3719"/>
                    <a:pt x="150" y="3990"/>
                  </a:cubicBezTo>
                  <a:cubicBezTo>
                    <a:pt x="-449" y="9381"/>
                    <a:pt x="2877" y="16444"/>
                    <a:pt x="7992" y="18249"/>
                  </a:cubicBezTo>
                  <a:cubicBezTo>
                    <a:pt x="13224" y="20095"/>
                    <a:pt x="20658" y="16996"/>
                    <a:pt x="24391" y="21101"/>
                  </a:cubicBezTo>
                  <a:cubicBezTo>
                    <a:pt x="27071" y="24049"/>
                    <a:pt x="29864" y="29012"/>
                    <a:pt x="27956" y="32509"/>
                  </a:cubicBezTo>
                  <a:cubicBezTo>
                    <a:pt x="26580" y="35032"/>
                    <a:pt x="23074" y="35571"/>
                    <a:pt x="20470" y="36787"/>
                  </a:cubicBezTo>
                </a:path>
              </a:pathLst>
            </a:custGeom>
            <a:noFill/>
            <a:ln cap="flat" cmpd="sng" w="1905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0" name="Google Shape;790;p36"/>
            <p:cNvSpPr/>
            <p:nvPr/>
          </p:nvSpPr>
          <p:spPr>
            <a:xfrm>
              <a:off x="6294150" y="1267145"/>
              <a:ext cx="271363" cy="476244"/>
            </a:xfrm>
            <a:custGeom>
              <a:rect b="b" l="l" r="r" t="t"/>
              <a:pathLst>
                <a:path extrusionOk="0" h="35076" w="27683">
                  <a:moveTo>
                    <a:pt x="0" y="9052"/>
                  </a:moveTo>
                  <a:cubicBezTo>
                    <a:pt x="6235" y="6029"/>
                    <a:pt x="13888" y="-3179"/>
                    <a:pt x="19251" y="1209"/>
                  </a:cubicBezTo>
                  <a:cubicBezTo>
                    <a:pt x="22771" y="4089"/>
                    <a:pt x="25298" y="8302"/>
                    <a:pt x="26737" y="12617"/>
                  </a:cubicBezTo>
                  <a:cubicBezTo>
                    <a:pt x="27905" y="16119"/>
                    <a:pt x="28185" y="20675"/>
                    <a:pt x="26024" y="23668"/>
                  </a:cubicBezTo>
                  <a:cubicBezTo>
                    <a:pt x="22295" y="28832"/>
                    <a:pt x="11942" y="28830"/>
                    <a:pt x="10695" y="35076"/>
                  </a:cubicBezTo>
                </a:path>
              </a:pathLst>
            </a:custGeom>
            <a:noFill/>
            <a:ln cap="flat" cmpd="sng" w="1905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1" name="Google Shape;791;p36"/>
          <p:cNvGrpSpPr/>
          <p:nvPr/>
        </p:nvGrpSpPr>
        <p:grpSpPr>
          <a:xfrm>
            <a:off x="3102849" y="1535858"/>
            <a:ext cx="254381" cy="200734"/>
            <a:chOff x="5167188" y="540648"/>
            <a:chExt cx="454495" cy="384842"/>
          </a:xfrm>
        </p:grpSpPr>
        <p:sp>
          <p:nvSpPr>
            <p:cNvPr id="792" name="Google Shape;792;p36"/>
            <p:cNvSpPr/>
            <p:nvPr/>
          </p:nvSpPr>
          <p:spPr>
            <a:xfrm>
              <a:off x="5167188" y="540648"/>
              <a:ext cx="241898" cy="384842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1905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3" name="Google Shape;793;p36"/>
            <p:cNvSpPr/>
            <p:nvPr/>
          </p:nvSpPr>
          <p:spPr>
            <a:xfrm>
              <a:off x="5271548" y="573997"/>
              <a:ext cx="350134" cy="28396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19050">
              <a:solidFill>
                <a:srgbClr val="C27BA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4" name="Google Shape;794;p36"/>
          <p:cNvGrpSpPr/>
          <p:nvPr/>
        </p:nvGrpSpPr>
        <p:grpSpPr>
          <a:xfrm>
            <a:off x="121677" y="1874076"/>
            <a:ext cx="994767" cy="798221"/>
            <a:chOff x="121677" y="1874076"/>
            <a:chExt cx="994767" cy="798221"/>
          </a:xfrm>
        </p:grpSpPr>
        <p:sp>
          <p:nvSpPr>
            <p:cNvPr id="795" name="Google Shape;795;p36"/>
            <p:cNvSpPr/>
            <p:nvPr/>
          </p:nvSpPr>
          <p:spPr>
            <a:xfrm>
              <a:off x="536457" y="1938473"/>
              <a:ext cx="579987" cy="73382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6" name="Google Shape;796;p36"/>
            <p:cNvSpPr/>
            <p:nvPr/>
          </p:nvSpPr>
          <p:spPr>
            <a:xfrm flipH="1">
              <a:off x="121677" y="1874076"/>
              <a:ext cx="465890" cy="696114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7" name="Google Shape;797;p36"/>
          <p:cNvGrpSpPr/>
          <p:nvPr/>
        </p:nvGrpSpPr>
        <p:grpSpPr>
          <a:xfrm>
            <a:off x="4626950" y="1995223"/>
            <a:ext cx="350127" cy="327783"/>
            <a:chOff x="4626950" y="1995223"/>
            <a:chExt cx="350127" cy="327783"/>
          </a:xfrm>
        </p:grpSpPr>
        <p:sp>
          <p:nvSpPr>
            <p:cNvPr id="798" name="Google Shape;798;p36"/>
            <p:cNvSpPr/>
            <p:nvPr/>
          </p:nvSpPr>
          <p:spPr>
            <a:xfrm>
              <a:off x="4781953" y="1995223"/>
              <a:ext cx="195124" cy="327783"/>
            </a:xfrm>
            <a:custGeom>
              <a:rect b="b" l="l" r="r" t="t"/>
              <a:pathLst>
                <a:path extrusionOk="0" h="51762" w="31170">
                  <a:moveTo>
                    <a:pt x="1070" y="7914"/>
                  </a:moveTo>
                  <a:cubicBezTo>
                    <a:pt x="2920" y="502"/>
                    <a:pt x="16621" y="-2076"/>
                    <a:pt x="23172" y="1854"/>
                  </a:cubicBezTo>
                  <a:cubicBezTo>
                    <a:pt x="26963" y="4128"/>
                    <a:pt x="30615" y="8146"/>
                    <a:pt x="31015" y="12548"/>
                  </a:cubicBezTo>
                  <a:cubicBezTo>
                    <a:pt x="31634" y="19363"/>
                    <a:pt x="28949" y="27196"/>
                    <a:pt x="23885" y="31799"/>
                  </a:cubicBezTo>
                  <a:cubicBezTo>
                    <a:pt x="16207" y="38778"/>
                    <a:pt x="4646" y="42484"/>
                    <a:pt x="0" y="51762"/>
                  </a:cubicBez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9" name="Google Shape;799;p36"/>
            <p:cNvSpPr/>
            <p:nvPr/>
          </p:nvSpPr>
          <p:spPr>
            <a:xfrm>
              <a:off x="4626950" y="2010243"/>
              <a:ext cx="172851" cy="276648"/>
            </a:xfrm>
            <a:custGeom>
              <a:rect b="b" l="l" r="r" t="t"/>
              <a:pathLst>
                <a:path extrusionOk="0" h="43687" w="27612">
                  <a:moveTo>
                    <a:pt x="26899" y="8037"/>
                  </a:moveTo>
                  <a:cubicBezTo>
                    <a:pt x="20705" y="3394"/>
                    <a:pt x="11911" y="-2143"/>
                    <a:pt x="4797" y="908"/>
                  </a:cubicBezTo>
                  <a:cubicBezTo>
                    <a:pt x="1816" y="2186"/>
                    <a:pt x="456" y="6233"/>
                    <a:pt x="163" y="9463"/>
                  </a:cubicBezTo>
                  <a:cubicBezTo>
                    <a:pt x="-490" y="16662"/>
                    <a:pt x="3584" y="24818"/>
                    <a:pt x="9431" y="29070"/>
                  </a:cubicBezTo>
                  <a:cubicBezTo>
                    <a:pt x="13661" y="32146"/>
                    <a:pt x="19695" y="31873"/>
                    <a:pt x="24047" y="34774"/>
                  </a:cubicBezTo>
                  <a:cubicBezTo>
                    <a:pt x="26709" y="36549"/>
                    <a:pt x="26602" y="40651"/>
                    <a:pt x="27612" y="43687"/>
                  </a:cubicBez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00" name="Google Shape;800;p36"/>
          <p:cNvGrpSpPr/>
          <p:nvPr/>
        </p:nvGrpSpPr>
        <p:grpSpPr>
          <a:xfrm>
            <a:off x="3357214" y="1044354"/>
            <a:ext cx="1384086" cy="1183740"/>
            <a:chOff x="3357214" y="1044354"/>
            <a:chExt cx="1384086" cy="1183740"/>
          </a:xfrm>
        </p:grpSpPr>
        <p:sp>
          <p:nvSpPr>
            <p:cNvPr id="801" name="Google Shape;801;p36"/>
            <p:cNvSpPr/>
            <p:nvPr/>
          </p:nvSpPr>
          <p:spPr>
            <a:xfrm>
              <a:off x="4024527" y="1190468"/>
              <a:ext cx="716773" cy="1037625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2" name="Google Shape;802;p36"/>
            <p:cNvSpPr/>
            <p:nvPr/>
          </p:nvSpPr>
          <p:spPr>
            <a:xfrm>
              <a:off x="3357214" y="1044354"/>
              <a:ext cx="737491" cy="1092846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03" name="Google Shape;803;p36"/>
          <p:cNvGrpSpPr/>
          <p:nvPr/>
        </p:nvGrpSpPr>
        <p:grpSpPr>
          <a:xfrm>
            <a:off x="1671584" y="478388"/>
            <a:ext cx="254387" cy="200720"/>
            <a:chOff x="1671584" y="478388"/>
            <a:chExt cx="254387" cy="200720"/>
          </a:xfrm>
        </p:grpSpPr>
        <p:sp>
          <p:nvSpPr>
            <p:cNvPr id="804" name="Google Shape;804;p36"/>
            <p:cNvSpPr/>
            <p:nvPr/>
          </p:nvSpPr>
          <p:spPr>
            <a:xfrm>
              <a:off x="1671584" y="478388"/>
              <a:ext cx="135403" cy="200720"/>
            </a:xfrm>
            <a:custGeom>
              <a:rect b="b" l="l" r="r" t="t"/>
              <a:pathLst>
                <a:path extrusionOk="0" h="38600" w="18181">
                  <a:moveTo>
                    <a:pt x="0" y="38600"/>
                  </a:moveTo>
                  <a:cubicBezTo>
                    <a:pt x="12185" y="36856"/>
                    <a:pt x="1897" y="14023"/>
                    <a:pt x="3921" y="1881"/>
                  </a:cubicBezTo>
                  <a:cubicBezTo>
                    <a:pt x="4786" y="-3310"/>
                    <a:pt x="18181" y="3393"/>
                    <a:pt x="18181" y="8655"/>
                  </a:cubicBezTo>
                </a:path>
              </a:pathLst>
            </a:custGeom>
            <a:noFill/>
            <a:ln cap="flat" cmpd="sng" w="1905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5" name="Google Shape;805;p36"/>
            <p:cNvSpPr/>
            <p:nvPr/>
          </p:nvSpPr>
          <p:spPr>
            <a:xfrm>
              <a:off x="1729982" y="495782"/>
              <a:ext cx="195988" cy="148106"/>
            </a:xfrm>
            <a:custGeom>
              <a:rect b="b" l="l" r="r" t="t"/>
              <a:pathLst>
                <a:path extrusionOk="0" h="28482" w="26316">
                  <a:moveTo>
                    <a:pt x="10338" y="1745"/>
                  </a:moveTo>
                  <a:cubicBezTo>
                    <a:pt x="13952" y="539"/>
                    <a:pt x="18515" y="-987"/>
                    <a:pt x="21746" y="1032"/>
                  </a:cubicBezTo>
                  <a:cubicBezTo>
                    <a:pt x="25583" y="3430"/>
                    <a:pt x="27781" y="10689"/>
                    <a:pt x="24954" y="14222"/>
                  </a:cubicBezTo>
                  <a:cubicBezTo>
                    <a:pt x="18969" y="21703"/>
                    <a:pt x="3024" y="19392"/>
                    <a:pt x="0" y="28482"/>
                  </a:cubicBezTo>
                </a:path>
              </a:pathLst>
            </a:custGeom>
            <a:noFill/>
            <a:ln cap="flat" cmpd="sng" w="1905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06" name="Google Shape;806;p36"/>
          <p:cNvGrpSpPr/>
          <p:nvPr/>
        </p:nvGrpSpPr>
        <p:grpSpPr>
          <a:xfrm>
            <a:off x="3971075" y="353300"/>
            <a:ext cx="407862" cy="401344"/>
            <a:chOff x="3971075" y="353300"/>
            <a:chExt cx="407862" cy="401344"/>
          </a:xfrm>
        </p:grpSpPr>
        <p:sp>
          <p:nvSpPr>
            <p:cNvPr id="807" name="Google Shape;807;p36"/>
            <p:cNvSpPr/>
            <p:nvPr/>
          </p:nvSpPr>
          <p:spPr>
            <a:xfrm>
              <a:off x="4167698" y="402838"/>
              <a:ext cx="211239" cy="351806"/>
            </a:xfrm>
            <a:custGeom>
              <a:rect b="b" l="l" r="r" t="t"/>
              <a:pathLst>
                <a:path extrusionOk="0" h="44759" w="32763">
                  <a:moveTo>
                    <a:pt x="0" y="8754"/>
                  </a:moveTo>
                  <a:cubicBezTo>
                    <a:pt x="5261" y="2176"/>
                    <a:pt x="16967" y="-2621"/>
                    <a:pt x="24242" y="1624"/>
                  </a:cubicBezTo>
                  <a:cubicBezTo>
                    <a:pt x="29891" y="4920"/>
                    <a:pt x="33724" y="13035"/>
                    <a:pt x="32441" y="19448"/>
                  </a:cubicBezTo>
                  <a:cubicBezTo>
                    <a:pt x="29769" y="32805"/>
                    <a:pt x="357" y="31137"/>
                    <a:pt x="357" y="44759"/>
                  </a:cubicBezTo>
                </a:path>
              </a:pathLst>
            </a:custGeom>
            <a:noFill/>
            <a:ln cap="flat" cmpd="sng" w="1905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08" name="Google Shape;808;p36"/>
            <p:cNvSpPr/>
            <p:nvPr/>
          </p:nvSpPr>
          <p:spPr>
            <a:xfrm>
              <a:off x="3971075" y="353300"/>
              <a:ext cx="217345" cy="370528"/>
            </a:xfrm>
            <a:custGeom>
              <a:rect b="b" l="l" r="r" t="t"/>
              <a:pathLst>
                <a:path extrusionOk="0" h="47141" w="33710">
                  <a:moveTo>
                    <a:pt x="33710" y="11135"/>
                  </a:moveTo>
                  <a:cubicBezTo>
                    <a:pt x="28586" y="9427"/>
                    <a:pt x="26290" y="2694"/>
                    <a:pt x="21233" y="797"/>
                  </a:cubicBezTo>
                  <a:cubicBezTo>
                    <a:pt x="14014" y="-1911"/>
                    <a:pt x="1579" y="2836"/>
                    <a:pt x="200" y="10422"/>
                  </a:cubicBezTo>
                  <a:cubicBezTo>
                    <a:pt x="-1000" y="17020"/>
                    <a:pt x="4183" y="24890"/>
                    <a:pt x="10181" y="27890"/>
                  </a:cubicBezTo>
                  <a:cubicBezTo>
                    <a:pt x="16232" y="30917"/>
                    <a:pt x="23423" y="32945"/>
                    <a:pt x="27649" y="38229"/>
                  </a:cubicBezTo>
                  <a:cubicBezTo>
                    <a:pt x="29557" y="40615"/>
                    <a:pt x="28423" y="44408"/>
                    <a:pt x="29788" y="47141"/>
                  </a:cubicBezTo>
                </a:path>
              </a:pathLst>
            </a:custGeom>
            <a:noFill/>
            <a:ln cap="flat" cmpd="sng" w="1905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09" name="Google Shape;809;p36"/>
          <p:cNvSpPr/>
          <p:nvPr/>
        </p:nvSpPr>
        <p:spPr>
          <a:xfrm>
            <a:off x="1671575" y="2019300"/>
            <a:ext cx="1300624" cy="1240766"/>
          </a:xfrm>
          <a:custGeom>
            <a:rect b="b" l="l" r="r" t="t"/>
            <a:pathLst>
              <a:path extrusionOk="0" h="29972" w="34254">
                <a:moveTo>
                  <a:pt x="23162" y="5406"/>
                </a:moveTo>
                <a:cubicBezTo>
                  <a:pt x="29308" y="9504"/>
                  <a:pt x="37546" y="19718"/>
                  <a:pt x="32787" y="25369"/>
                </a:cubicBezTo>
                <a:cubicBezTo>
                  <a:pt x="26570" y="32751"/>
                  <a:pt x="10191" y="30559"/>
                  <a:pt x="3911" y="23230"/>
                </a:cubicBezTo>
                <a:cubicBezTo>
                  <a:pt x="-116" y="18530"/>
                  <a:pt x="-1693" y="8905"/>
                  <a:pt x="2842" y="4693"/>
                </a:cubicBezTo>
                <a:cubicBezTo>
                  <a:pt x="9112" y="-1130"/>
                  <a:pt x="23761" y="-2069"/>
                  <a:pt x="28509" y="5049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0" name="Google Shape;810;p36"/>
          <p:cNvSpPr/>
          <p:nvPr/>
        </p:nvSpPr>
        <p:spPr>
          <a:xfrm>
            <a:off x="1918179" y="2482801"/>
            <a:ext cx="108480" cy="78862"/>
          </a:xfrm>
          <a:custGeom>
            <a:rect b="b" l="l" r="r" t="t"/>
            <a:pathLst>
              <a:path extrusionOk="0" h="1905" w="2857">
                <a:moveTo>
                  <a:pt x="0" y="1905"/>
                </a:moveTo>
                <a:cubicBezTo>
                  <a:pt x="809" y="1096"/>
                  <a:pt x="1735" y="224"/>
                  <a:pt x="2857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1" name="Google Shape;811;p36"/>
          <p:cNvSpPr/>
          <p:nvPr/>
        </p:nvSpPr>
        <p:spPr>
          <a:xfrm>
            <a:off x="2301515" y="2363532"/>
            <a:ext cx="108482" cy="79814"/>
          </a:xfrm>
          <a:custGeom>
            <a:rect b="b" l="l" r="r" t="t"/>
            <a:pathLst>
              <a:path extrusionOk="0" h="1928" w="4572">
                <a:moveTo>
                  <a:pt x="0" y="1928"/>
                </a:moveTo>
                <a:cubicBezTo>
                  <a:pt x="719" y="491"/>
                  <a:pt x="3318" y="-600"/>
                  <a:pt x="4572" y="40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2" name="Google Shape;812;p36"/>
          <p:cNvSpPr/>
          <p:nvPr/>
        </p:nvSpPr>
        <p:spPr>
          <a:xfrm>
            <a:off x="2193038" y="2640528"/>
            <a:ext cx="368119" cy="370094"/>
          </a:xfrm>
          <a:custGeom>
            <a:rect b="b" l="l" r="r" t="t"/>
            <a:pathLst>
              <a:path extrusionOk="0" h="8940" w="9695">
                <a:moveTo>
                  <a:pt x="0" y="3810"/>
                </a:moveTo>
                <a:cubicBezTo>
                  <a:pt x="1253" y="6736"/>
                  <a:pt x="5836" y="10292"/>
                  <a:pt x="8382" y="8382"/>
                </a:cubicBezTo>
                <a:cubicBezTo>
                  <a:pt x="10622" y="6702"/>
                  <a:pt x="9560" y="2186"/>
                  <a:pt x="7810" y="0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3" name="Google Shape;813;p36"/>
          <p:cNvSpPr/>
          <p:nvPr/>
        </p:nvSpPr>
        <p:spPr>
          <a:xfrm>
            <a:off x="2586050" y="2518942"/>
            <a:ext cx="1695450" cy="1029125"/>
          </a:xfrm>
          <a:custGeom>
            <a:rect b="b" l="l" r="r" t="t"/>
            <a:pathLst>
              <a:path extrusionOk="0" h="41165" w="67818">
                <a:moveTo>
                  <a:pt x="0" y="41165"/>
                </a:moveTo>
                <a:cubicBezTo>
                  <a:pt x="5868" y="37252"/>
                  <a:pt x="9342" y="30568"/>
                  <a:pt x="14478" y="25734"/>
                </a:cubicBezTo>
                <a:cubicBezTo>
                  <a:pt x="22625" y="18065"/>
                  <a:pt x="32133" y="11979"/>
                  <a:pt x="41148" y="5351"/>
                </a:cubicBezTo>
                <a:cubicBezTo>
                  <a:pt x="48311" y="85"/>
                  <a:pt x="66071" y="-3366"/>
                  <a:pt x="67818" y="5351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4" name="Google Shape;814;p36"/>
          <p:cNvSpPr/>
          <p:nvPr/>
        </p:nvSpPr>
        <p:spPr>
          <a:xfrm>
            <a:off x="1190625" y="1960482"/>
            <a:ext cx="1119200" cy="1625700"/>
          </a:xfrm>
          <a:custGeom>
            <a:rect b="b" l="l" r="r" t="t"/>
            <a:pathLst>
              <a:path extrusionOk="0" h="65028" w="44768">
                <a:moveTo>
                  <a:pt x="44768" y="65028"/>
                </a:moveTo>
                <a:cubicBezTo>
                  <a:pt x="40307" y="64470"/>
                  <a:pt x="37088" y="60206"/>
                  <a:pt x="33909" y="57027"/>
                </a:cubicBezTo>
                <a:cubicBezTo>
                  <a:pt x="23387" y="46505"/>
                  <a:pt x="18679" y="31180"/>
                  <a:pt x="14097" y="17022"/>
                </a:cubicBezTo>
                <a:cubicBezTo>
                  <a:pt x="12369" y="11682"/>
                  <a:pt x="11464" y="5663"/>
                  <a:pt x="7811" y="1401"/>
                </a:cubicBezTo>
                <a:cubicBezTo>
                  <a:pt x="6109" y="-585"/>
                  <a:pt x="0" y="-453"/>
                  <a:pt x="0" y="2163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5" name="Google Shape;815;p36"/>
          <p:cNvSpPr/>
          <p:nvPr/>
        </p:nvSpPr>
        <p:spPr>
          <a:xfrm>
            <a:off x="1816710" y="3290900"/>
            <a:ext cx="696950" cy="1852600"/>
          </a:xfrm>
          <a:custGeom>
            <a:rect b="b" l="l" r="r" t="t"/>
            <a:pathLst>
              <a:path extrusionOk="0" h="74104" w="27878">
                <a:moveTo>
                  <a:pt x="19915" y="0"/>
                </a:moveTo>
                <a:cubicBezTo>
                  <a:pt x="22885" y="4942"/>
                  <a:pt x="29761" y="10386"/>
                  <a:pt x="27345" y="15621"/>
                </a:cubicBezTo>
                <a:cubicBezTo>
                  <a:pt x="22059" y="27077"/>
                  <a:pt x="4567" y="30479"/>
                  <a:pt x="675" y="42481"/>
                </a:cubicBezTo>
                <a:cubicBezTo>
                  <a:pt x="-1549" y="49338"/>
                  <a:pt x="2244" y="57957"/>
                  <a:pt x="7342" y="63055"/>
                </a:cubicBezTo>
                <a:cubicBezTo>
                  <a:pt x="11424" y="67137"/>
                  <a:pt x="17215" y="69484"/>
                  <a:pt x="20677" y="7410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6" name="Google Shape;816;p36"/>
          <p:cNvSpPr/>
          <p:nvPr/>
        </p:nvSpPr>
        <p:spPr>
          <a:xfrm>
            <a:off x="513335" y="3367752"/>
            <a:ext cx="1282150" cy="1109000"/>
          </a:xfrm>
          <a:custGeom>
            <a:rect b="b" l="l" r="r" t="t"/>
            <a:pathLst>
              <a:path extrusionOk="0" h="44360" w="51286">
                <a:moveTo>
                  <a:pt x="51286" y="44360"/>
                </a:moveTo>
                <a:cubicBezTo>
                  <a:pt x="39280" y="34857"/>
                  <a:pt x="27530" y="25032"/>
                  <a:pt x="15472" y="15595"/>
                </a:cubicBezTo>
                <a:cubicBezTo>
                  <a:pt x="10415" y="11638"/>
                  <a:pt x="6033" y="6832"/>
                  <a:pt x="1946" y="1879"/>
                </a:cubicBezTo>
                <a:cubicBezTo>
                  <a:pt x="1260" y="1048"/>
                  <a:pt x="605" y="-707"/>
                  <a:pt x="422" y="355"/>
                </a:cubicBezTo>
                <a:cubicBezTo>
                  <a:pt x="-888" y="7958"/>
                  <a:pt x="1250" y="15795"/>
                  <a:pt x="2518" y="23405"/>
                </a:cubicBezTo>
                <a:cubicBezTo>
                  <a:pt x="3395" y="28671"/>
                  <a:pt x="3970" y="28542"/>
                  <a:pt x="5375" y="33692"/>
                </a:cubicBezTo>
                <a:cubicBezTo>
                  <a:pt x="5685" y="34829"/>
                  <a:pt x="6233" y="34835"/>
                  <a:pt x="5947" y="35978"/>
                </a:cubicBezTo>
                <a:cubicBezTo>
                  <a:pt x="5463" y="37913"/>
                  <a:pt x="1996" y="36539"/>
                  <a:pt x="41" y="36931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7" name="Google Shape;817;p36"/>
          <p:cNvSpPr txBox="1"/>
          <p:nvPr/>
        </p:nvSpPr>
        <p:spPr>
          <a:xfrm>
            <a:off x="6259200" y="115750"/>
            <a:ext cx="28848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love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LOVE</a:t>
            </a:r>
            <a:endParaRPr sz="4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7"/>
          <p:cNvSpPr/>
          <p:nvPr/>
        </p:nvSpPr>
        <p:spPr>
          <a:xfrm rot="-1254328">
            <a:off x="-14348" y="1512627"/>
            <a:ext cx="2463258" cy="704407"/>
          </a:xfrm>
          <a:custGeom>
            <a:rect b="b" l="l" r="r" t="t"/>
            <a:pathLst>
              <a:path extrusionOk="0" h="23180" w="87611">
                <a:moveTo>
                  <a:pt x="0" y="5017"/>
                </a:moveTo>
                <a:cubicBezTo>
                  <a:pt x="15702" y="3049"/>
                  <a:pt x="32242" y="-2844"/>
                  <a:pt x="47367" y="1811"/>
                </a:cubicBezTo>
                <a:cubicBezTo>
                  <a:pt x="61884" y="6279"/>
                  <a:pt x="72875" y="19499"/>
                  <a:pt x="87611" y="23180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3" name="Google Shape;823;p37"/>
          <p:cNvSpPr/>
          <p:nvPr/>
        </p:nvSpPr>
        <p:spPr>
          <a:xfrm rot="-1254193">
            <a:off x="2560721" y="1619852"/>
            <a:ext cx="938483" cy="517533"/>
          </a:xfrm>
          <a:custGeom>
            <a:rect b="b" l="l" r="r" t="t"/>
            <a:pathLst>
              <a:path extrusionOk="0" h="21081" w="37591">
                <a:moveTo>
                  <a:pt x="0" y="0"/>
                </a:moveTo>
                <a:cubicBezTo>
                  <a:pt x="2849" y="5040"/>
                  <a:pt x="5809" y="10038"/>
                  <a:pt x="8192" y="15314"/>
                </a:cubicBezTo>
                <a:cubicBezTo>
                  <a:pt x="9050" y="17214"/>
                  <a:pt x="7633" y="18589"/>
                  <a:pt x="9616" y="19232"/>
                </a:cubicBezTo>
                <a:cubicBezTo>
                  <a:pt x="17185" y="21687"/>
                  <a:pt x="25655" y="21399"/>
                  <a:pt x="33478" y="19944"/>
                </a:cubicBezTo>
                <a:cubicBezTo>
                  <a:pt x="36541" y="19374"/>
                  <a:pt x="39114" y="12434"/>
                  <a:pt x="36327" y="11041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4" name="Google Shape;824;p37"/>
          <p:cNvSpPr/>
          <p:nvPr/>
        </p:nvSpPr>
        <p:spPr>
          <a:xfrm rot="-1254193">
            <a:off x="2574974" y="1209455"/>
            <a:ext cx="2001819" cy="1063421"/>
          </a:xfrm>
          <a:custGeom>
            <a:rect b="b" l="l" r="r" t="t"/>
            <a:pathLst>
              <a:path extrusionOk="0" h="43317" w="80183">
                <a:moveTo>
                  <a:pt x="0" y="5922"/>
                </a:moveTo>
                <a:cubicBezTo>
                  <a:pt x="11657" y="5145"/>
                  <a:pt x="23282" y="3926"/>
                  <a:pt x="34902" y="2717"/>
                </a:cubicBezTo>
                <a:cubicBezTo>
                  <a:pt x="45053" y="1661"/>
                  <a:pt x="45058" y="1707"/>
                  <a:pt x="55202" y="580"/>
                </a:cubicBezTo>
                <a:cubicBezTo>
                  <a:pt x="56279" y="460"/>
                  <a:pt x="56353" y="-224"/>
                  <a:pt x="57339" y="224"/>
                </a:cubicBezTo>
                <a:cubicBezTo>
                  <a:pt x="63627" y="3082"/>
                  <a:pt x="62580" y="13036"/>
                  <a:pt x="65887" y="19099"/>
                </a:cubicBezTo>
                <a:cubicBezTo>
                  <a:pt x="69110" y="25009"/>
                  <a:pt x="69452" y="24894"/>
                  <a:pt x="74078" y="29784"/>
                </a:cubicBezTo>
                <a:cubicBezTo>
                  <a:pt x="83717" y="39974"/>
                  <a:pt x="78976" y="31665"/>
                  <a:pt x="79064" y="32633"/>
                </a:cubicBezTo>
                <a:cubicBezTo>
                  <a:pt x="79498" y="37405"/>
                  <a:pt x="74055" y="42001"/>
                  <a:pt x="69448" y="43317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5" name="Google Shape;825;p37"/>
          <p:cNvSpPr/>
          <p:nvPr/>
        </p:nvSpPr>
        <p:spPr>
          <a:xfrm rot="-1254193">
            <a:off x="3588265" y="438483"/>
            <a:ext cx="1221568" cy="1008651"/>
          </a:xfrm>
          <a:custGeom>
            <a:rect b="b" l="l" r="r" t="t"/>
            <a:pathLst>
              <a:path extrusionOk="0" h="41086" w="48930">
                <a:moveTo>
                  <a:pt x="0" y="21498"/>
                </a:moveTo>
                <a:cubicBezTo>
                  <a:pt x="6129" y="16105"/>
                  <a:pt x="12341" y="10808"/>
                  <a:pt x="18520" y="5472"/>
                </a:cubicBezTo>
                <a:cubicBezTo>
                  <a:pt x="21575" y="2833"/>
                  <a:pt x="20712" y="1305"/>
                  <a:pt x="24574" y="130"/>
                </a:cubicBezTo>
                <a:cubicBezTo>
                  <a:pt x="26278" y="-388"/>
                  <a:pt x="25609" y="1580"/>
                  <a:pt x="26711" y="2979"/>
                </a:cubicBezTo>
                <a:cubicBezTo>
                  <a:pt x="32199" y="9949"/>
                  <a:pt x="31479" y="10595"/>
                  <a:pt x="37752" y="16868"/>
                </a:cubicBezTo>
                <a:cubicBezTo>
                  <a:pt x="40680" y="19796"/>
                  <a:pt x="48448" y="18440"/>
                  <a:pt x="48792" y="22567"/>
                </a:cubicBezTo>
                <a:cubicBezTo>
                  <a:pt x="49345" y="29201"/>
                  <a:pt x="47268" y="38109"/>
                  <a:pt x="41313" y="41086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6" name="Google Shape;826;p37"/>
          <p:cNvSpPr/>
          <p:nvPr/>
        </p:nvSpPr>
        <p:spPr>
          <a:xfrm rot="-1254193">
            <a:off x="3552204" y="111286"/>
            <a:ext cx="870302" cy="770003"/>
          </a:xfrm>
          <a:custGeom>
            <a:rect b="b" l="l" r="r" t="t"/>
            <a:pathLst>
              <a:path extrusionOk="0" h="31365" w="34860">
                <a:moveTo>
                  <a:pt x="0" y="31365"/>
                </a:moveTo>
                <a:cubicBezTo>
                  <a:pt x="4133" y="23649"/>
                  <a:pt x="7514" y="15369"/>
                  <a:pt x="9259" y="6791"/>
                </a:cubicBezTo>
                <a:cubicBezTo>
                  <a:pt x="9899" y="3645"/>
                  <a:pt x="6698" y="1718"/>
                  <a:pt x="9616" y="381"/>
                </a:cubicBezTo>
                <a:cubicBezTo>
                  <a:pt x="12945" y="-1144"/>
                  <a:pt x="23364" y="3672"/>
                  <a:pt x="25998" y="3942"/>
                </a:cubicBezTo>
                <a:cubicBezTo>
                  <a:pt x="30119" y="4365"/>
                  <a:pt x="33935" y="3935"/>
                  <a:pt x="34189" y="4298"/>
                </a:cubicBezTo>
                <a:cubicBezTo>
                  <a:pt x="35210" y="5757"/>
                  <a:pt x="34189" y="6079"/>
                  <a:pt x="34189" y="7860"/>
                </a:cubicBezTo>
                <a:cubicBezTo>
                  <a:pt x="34189" y="12668"/>
                  <a:pt x="34047" y="12670"/>
                  <a:pt x="34189" y="17475"/>
                </a:cubicBezTo>
                <a:cubicBezTo>
                  <a:pt x="34224" y="18668"/>
                  <a:pt x="35390" y="20193"/>
                  <a:pt x="34546" y="21037"/>
                </a:cubicBezTo>
                <a:cubicBezTo>
                  <a:pt x="33834" y="21749"/>
                  <a:pt x="32409" y="19907"/>
                  <a:pt x="32409" y="18900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7" name="Google Shape;827;p37"/>
          <p:cNvSpPr/>
          <p:nvPr/>
        </p:nvSpPr>
        <p:spPr>
          <a:xfrm rot="-1254193">
            <a:off x="3211700" y="-45554"/>
            <a:ext cx="465359" cy="769315"/>
          </a:xfrm>
          <a:custGeom>
            <a:rect b="b" l="l" r="r" t="t"/>
            <a:pathLst>
              <a:path extrusionOk="0" h="31337" w="18640">
                <a:moveTo>
                  <a:pt x="16230" y="31337"/>
                </a:moveTo>
                <a:cubicBezTo>
                  <a:pt x="6930" y="25137"/>
                  <a:pt x="-6297" y="5897"/>
                  <a:pt x="3409" y="353"/>
                </a:cubicBezTo>
                <a:cubicBezTo>
                  <a:pt x="6314" y="-1306"/>
                  <a:pt x="9248" y="3642"/>
                  <a:pt x="12313" y="4983"/>
                </a:cubicBezTo>
                <a:cubicBezTo>
                  <a:pt x="14356" y="5877"/>
                  <a:pt x="19898" y="6210"/>
                  <a:pt x="18367" y="7832"/>
                </a:cubicBezTo>
                <a:cubicBezTo>
                  <a:pt x="15295" y="11086"/>
                  <a:pt x="8849" y="16186"/>
                  <a:pt x="5902" y="12818"/>
                </a:cubicBezTo>
                <a:cubicBezTo>
                  <a:pt x="4935" y="11713"/>
                  <a:pt x="5502" y="8544"/>
                  <a:pt x="6971" y="8544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8" name="Google Shape;828;p37"/>
          <p:cNvSpPr/>
          <p:nvPr/>
        </p:nvSpPr>
        <p:spPr>
          <a:xfrm>
            <a:off x="400675" y="5971915"/>
            <a:ext cx="2172494" cy="892749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9" name="Google Shape;829;p37"/>
          <p:cNvSpPr/>
          <p:nvPr/>
        </p:nvSpPr>
        <p:spPr>
          <a:xfrm>
            <a:off x="2692135" y="5903461"/>
            <a:ext cx="1773021" cy="109328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0" name="Google Shape;830;p37"/>
          <p:cNvSpPr/>
          <p:nvPr/>
        </p:nvSpPr>
        <p:spPr>
          <a:xfrm>
            <a:off x="2537972" y="5280625"/>
            <a:ext cx="829230" cy="622820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1" name="Google Shape;831;p37"/>
          <p:cNvSpPr/>
          <p:nvPr/>
        </p:nvSpPr>
        <p:spPr>
          <a:xfrm>
            <a:off x="2951407" y="6074578"/>
            <a:ext cx="1562787" cy="547545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2" name="Google Shape;832;p37"/>
          <p:cNvSpPr/>
          <p:nvPr/>
        </p:nvSpPr>
        <p:spPr>
          <a:xfrm>
            <a:off x="3042507" y="6211468"/>
            <a:ext cx="1184369" cy="800774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3" name="Google Shape;833;p37"/>
          <p:cNvSpPr/>
          <p:nvPr/>
        </p:nvSpPr>
        <p:spPr>
          <a:xfrm>
            <a:off x="3252746" y="6485247"/>
            <a:ext cx="168184" cy="807615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34" name="Google Shape;834;p37"/>
          <p:cNvGrpSpPr/>
          <p:nvPr/>
        </p:nvGrpSpPr>
        <p:grpSpPr>
          <a:xfrm rot="282036">
            <a:off x="-140340" y="2632792"/>
            <a:ext cx="4567480" cy="2313140"/>
            <a:chOff x="140671" y="2522756"/>
            <a:chExt cx="4655469" cy="2383545"/>
          </a:xfrm>
        </p:grpSpPr>
        <p:sp>
          <p:nvSpPr>
            <p:cNvPr id="835" name="Google Shape;835;p37"/>
            <p:cNvSpPr/>
            <p:nvPr/>
          </p:nvSpPr>
          <p:spPr>
            <a:xfrm flipH="1" rot="-10733924">
              <a:off x="150147" y="3298407"/>
              <a:ext cx="2188051" cy="509459"/>
            </a:xfrm>
            <a:custGeom>
              <a:rect b="b" l="l" r="r" t="t"/>
              <a:pathLst>
                <a:path extrusionOk="0" h="23180" w="87611">
                  <a:moveTo>
                    <a:pt x="0" y="5017"/>
                  </a:moveTo>
                  <a:cubicBezTo>
                    <a:pt x="15702" y="3049"/>
                    <a:pt x="32242" y="-2844"/>
                    <a:pt x="47367" y="1811"/>
                  </a:cubicBezTo>
                  <a:cubicBezTo>
                    <a:pt x="61884" y="6279"/>
                    <a:pt x="72875" y="19499"/>
                    <a:pt x="87611" y="23180"/>
                  </a:cubicBezTo>
                </a:path>
              </a:pathLst>
            </a:custGeom>
            <a:noFill/>
            <a:ln cap="flat" cmpd="sng" w="76200">
              <a:solidFill>
                <a:srgbClr val="5B0F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6" name="Google Shape;836;p37"/>
            <p:cNvSpPr/>
            <p:nvPr/>
          </p:nvSpPr>
          <p:spPr>
            <a:xfrm flipH="1" rot="-9880260">
              <a:off x="2366867" y="2768975"/>
              <a:ext cx="2004110" cy="951253"/>
            </a:xfrm>
            <a:custGeom>
              <a:rect b="b" l="l" r="r" t="t"/>
              <a:pathLst>
                <a:path extrusionOk="0" h="43317" w="80183">
                  <a:moveTo>
                    <a:pt x="0" y="5922"/>
                  </a:moveTo>
                  <a:cubicBezTo>
                    <a:pt x="11657" y="5145"/>
                    <a:pt x="23282" y="3926"/>
                    <a:pt x="34902" y="2717"/>
                  </a:cubicBezTo>
                  <a:cubicBezTo>
                    <a:pt x="45053" y="1661"/>
                    <a:pt x="45058" y="1707"/>
                    <a:pt x="55202" y="580"/>
                  </a:cubicBezTo>
                  <a:cubicBezTo>
                    <a:pt x="56279" y="460"/>
                    <a:pt x="56353" y="-224"/>
                    <a:pt x="57339" y="224"/>
                  </a:cubicBezTo>
                  <a:cubicBezTo>
                    <a:pt x="63627" y="3082"/>
                    <a:pt x="62580" y="13036"/>
                    <a:pt x="65887" y="19099"/>
                  </a:cubicBezTo>
                  <a:cubicBezTo>
                    <a:pt x="69110" y="25009"/>
                    <a:pt x="69452" y="24894"/>
                    <a:pt x="74078" y="29784"/>
                  </a:cubicBezTo>
                  <a:cubicBezTo>
                    <a:pt x="83717" y="39974"/>
                    <a:pt x="78976" y="31665"/>
                    <a:pt x="79064" y="32633"/>
                  </a:cubicBezTo>
                  <a:cubicBezTo>
                    <a:pt x="79498" y="37405"/>
                    <a:pt x="74055" y="42001"/>
                    <a:pt x="69448" y="43317"/>
                  </a:cubicBezTo>
                </a:path>
              </a:pathLst>
            </a:custGeom>
            <a:noFill/>
            <a:ln cap="flat" cmpd="sng" w="76200">
              <a:solidFill>
                <a:srgbClr val="5B0F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7" name="Google Shape;837;p37"/>
            <p:cNvSpPr/>
            <p:nvPr/>
          </p:nvSpPr>
          <p:spPr>
            <a:xfrm flipH="1" rot="-9880260">
              <a:off x="3469719" y="3474230"/>
              <a:ext cx="1222966" cy="902260"/>
            </a:xfrm>
            <a:custGeom>
              <a:rect b="b" l="l" r="r" t="t"/>
              <a:pathLst>
                <a:path extrusionOk="0" h="41086" w="48930">
                  <a:moveTo>
                    <a:pt x="0" y="21498"/>
                  </a:moveTo>
                  <a:cubicBezTo>
                    <a:pt x="6129" y="16105"/>
                    <a:pt x="12341" y="10808"/>
                    <a:pt x="18520" y="5472"/>
                  </a:cubicBezTo>
                  <a:cubicBezTo>
                    <a:pt x="21575" y="2833"/>
                    <a:pt x="20712" y="1305"/>
                    <a:pt x="24574" y="130"/>
                  </a:cubicBezTo>
                  <a:cubicBezTo>
                    <a:pt x="26278" y="-388"/>
                    <a:pt x="25609" y="1580"/>
                    <a:pt x="26711" y="2979"/>
                  </a:cubicBezTo>
                  <a:cubicBezTo>
                    <a:pt x="32199" y="9949"/>
                    <a:pt x="31479" y="10595"/>
                    <a:pt x="37752" y="16868"/>
                  </a:cubicBezTo>
                  <a:cubicBezTo>
                    <a:pt x="40680" y="19796"/>
                    <a:pt x="48448" y="18440"/>
                    <a:pt x="48792" y="22567"/>
                  </a:cubicBezTo>
                  <a:cubicBezTo>
                    <a:pt x="49345" y="29201"/>
                    <a:pt x="47268" y="38109"/>
                    <a:pt x="41313" y="41086"/>
                  </a:cubicBezTo>
                </a:path>
              </a:pathLst>
            </a:custGeom>
            <a:noFill/>
            <a:ln cap="flat" cmpd="sng" w="76200">
              <a:solidFill>
                <a:srgbClr val="5B0F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8" name="Google Shape;838;p37"/>
            <p:cNvSpPr/>
            <p:nvPr/>
          </p:nvSpPr>
          <p:spPr>
            <a:xfrm flipH="1" rot="-9880260">
              <a:off x="3491004" y="3995541"/>
              <a:ext cx="871298" cy="688784"/>
            </a:xfrm>
            <a:custGeom>
              <a:rect b="b" l="l" r="r" t="t"/>
              <a:pathLst>
                <a:path extrusionOk="0" h="31365" w="34860">
                  <a:moveTo>
                    <a:pt x="0" y="31365"/>
                  </a:moveTo>
                  <a:cubicBezTo>
                    <a:pt x="4133" y="23649"/>
                    <a:pt x="7514" y="15369"/>
                    <a:pt x="9259" y="6791"/>
                  </a:cubicBezTo>
                  <a:cubicBezTo>
                    <a:pt x="9899" y="3645"/>
                    <a:pt x="6698" y="1718"/>
                    <a:pt x="9616" y="381"/>
                  </a:cubicBezTo>
                  <a:cubicBezTo>
                    <a:pt x="12945" y="-1144"/>
                    <a:pt x="23364" y="3672"/>
                    <a:pt x="25998" y="3942"/>
                  </a:cubicBezTo>
                  <a:cubicBezTo>
                    <a:pt x="30119" y="4365"/>
                    <a:pt x="33935" y="3935"/>
                    <a:pt x="34189" y="4298"/>
                  </a:cubicBezTo>
                  <a:cubicBezTo>
                    <a:pt x="35210" y="5757"/>
                    <a:pt x="34189" y="6079"/>
                    <a:pt x="34189" y="7860"/>
                  </a:cubicBezTo>
                  <a:cubicBezTo>
                    <a:pt x="34189" y="12668"/>
                    <a:pt x="34047" y="12670"/>
                    <a:pt x="34189" y="17475"/>
                  </a:cubicBezTo>
                  <a:cubicBezTo>
                    <a:pt x="34224" y="18668"/>
                    <a:pt x="35390" y="20193"/>
                    <a:pt x="34546" y="21037"/>
                  </a:cubicBezTo>
                  <a:cubicBezTo>
                    <a:pt x="33834" y="21749"/>
                    <a:pt x="32409" y="19907"/>
                    <a:pt x="32409" y="18900"/>
                  </a:cubicBezTo>
                </a:path>
              </a:pathLst>
            </a:custGeom>
            <a:noFill/>
            <a:ln cap="flat" cmpd="sng" w="76200">
              <a:solidFill>
                <a:srgbClr val="5B0F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9" name="Google Shape;839;p37"/>
            <p:cNvSpPr/>
            <p:nvPr/>
          </p:nvSpPr>
          <p:spPr>
            <a:xfrm flipH="1" rot="-9880260">
              <a:off x="3176946" y="4170069"/>
              <a:ext cx="465892" cy="688169"/>
            </a:xfrm>
            <a:custGeom>
              <a:rect b="b" l="l" r="r" t="t"/>
              <a:pathLst>
                <a:path extrusionOk="0" h="31337" w="18640">
                  <a:moveTo>
                    <a:pt x="16230" y="31337"/>
                  </a:moveTo>
                  <a:cubicBezTo>
                    <a:pt x="6930" y="25137"/>
                    <a:pt x="-6297" y="5897"/>
                    <a:pt x="3409" y="353"/>
                  </a:cubicBezTo>
                  <a:cubicBezTo>
                    <a:pt x="6314" y="-1306"/>
                    <a:pt x="9248" y="3642"/>
                    <a:pt x="12313" y="4983"/>
                  </a:cubicBezTo>
                  <a:cubicBezTo>
                    <a:pt x="14356" y="5877"/>
                    <a:pt x="19898" y="6210"/>
                    <a:pt x="18367" y="7832"/>
                  </a:cubicBezTo>
                  <a:cubicBezTo>
                    <a:pt x="15295" y="11086"/>
                    <a:pt x="8849" y="16186"/>
                    <a:pt x="5902" y="12818"/>
                  </a:cubicBezTo>
                  <a:cubicBezTo>
                    <a:pt x="4935" y="11713"/>
                    <a:pt x="5502" y="8544"/>
                    <a:pt x="6971" y="8544"/>
                  </a:cubicBezTo>
                </a:path>
              </a:pathLst>
            </a:custGeom>
            <a:noFill/>
            <a:ln cap="flat" cmpd="sng" w="76200">
              <a:solidFill>
                <a:srgbClr val="5B0F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0" name="Google Shape;840;p37"/>
          <p:cNvSpPr/>
          <p:nvPr/>
        </p:nvSpPr>
        <p:spPr>
          <a:xfrm rot="234030">
            <a:off x="6588694" y="3583056"/>
            <a:ext cx="1772907" cy="547565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7"/>
          <p:cNvSpPr/>
          <p:nvPr/>
        </p:nvSpPr>
        <p:spPr>
          <a:xfrm rot="-338953">
            <a:off x="6660023" y="4152747"/>
            <a:ext cx="195047" cy="934907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7"/>
          <p:cNvSpPr/>
          <p:nvPr/>
        </p:nvSpPr>
        <p:spPr>
          <a:xfrm rot="376322">
            <a:off x="8072027" y="4198212"/>
            <a:ext cx="194967" cy="934883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7"/>
          <p:cNvSpPr/>
          <p:nvPr/>
        </p:nvSpPr>
        <p:spPr>
          <a:xfrm rot="-305928">
            <a:off x="6259186" y="3080677"/>
            <a:ext cx="2359537" cy="338532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7"/>
          <p:cNvSpPr/>
          <p:nvPr/>
        </p:nvSpPr>
        <p:spPr>
          <a:xfrm>
            <a:off x="2056750" y="3267331"/>
            <a:ext cx="1141550" cy="217300"/>
          </a:xfrm>
          <a:custGeom>
            <a:rect b="b" l="l" r="r" t="t"/>
            <a:pathLst>
              <a:path extrusionOk="0" h="8692" w="45662">
                <a:moveTo>
                  <a:pt x="0" y="5050"/>
                </a:moveTo>
                <a:cubicBezTo>
                  <a:pt x="4080" y="5050"/>
                  <a:pt x="8262" y="1911"/>
                  <a:pt x="12109" y="3269"/>
                </a:cubicBezTo>
                <a:cubicBezTo>
                  <a:pt x="20123" y="6098"/>
                  <a:pt x="28547" y="8937"/>
                  <a:pt x="37039" y="8611"/>
                </a:cubicBezTo>
                <a:cubicBezTo>
                  <a:pt x="40982" y="8459"/>
                  <a:pt x="45889" y="4354"/>
                  <a:pt x="45586" y="420"/>
                </a:cubicBezTo>
                <a:cubicBezTo>
                  <a:pt x="45492" y="-799"/>
                  <a:pt x="42677" y="1015"/>
                  <a:pt x="42381" y="2201"/>
                </a:cubicBezTo>
              </a:path>
            </a:pathLst>
          </a:custGeom>
          <a:noFill/>
          <a:ln cap="flat" cmpd="sng" w="76200">
            <a:solidFill>
              <a:srgbClr val="5B0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845" name="Google Shape;8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996">
            <a:off x="5882750" y="111417"/>
            <a:ext cx="2736975" cy="295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550" y="3962662"/>
            <a:ext cx="1095150" cy="117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8"/>
          <p:cNvSpPr/>
          <p:nvPr/>
        </p:nvSpPr>
        <p:spPr>
          <a:xfrm rot="-1254328">
            <a:off x="-14348" y="1512627"/>
            <a:ext cx="2463258" cy="704407"/>
          </a:xfrm>
          <a:custGeom>
            <a:rect b="b" l="l" r="r" t="t"/>
            <a:pathLst>
              <a:path extrusionOk="0" h="23180" w="87611">
                <a:moveTo>
                  <a:pt x="0" y="5017"/>
                </a:moveTo>
                <a:cubicBezTo>
                  <a:pt x="15702" y="3049"/>
                  <a:pt x="32242" y="-2844"/>
                  <a:pt x="47367" y="1811"/>
                </a:cubicBezTo>
                <a:cubicBezTo>
                  <a:pt x="61884" y="6279"/>
                  <a:pt x="72875" y="19499"/>
                  <a:pt x="87611" y="2318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2" name="Google Shape;852;p38"/>
          <p:cNvSpPr/>
          <p:nvPr/>
        </p:nvSpPr>
        <p:spPr>
          <a:xfrm rot="-1254193">
            <a:off x="2560721" y="1619852"/>
            <a:ext cx="938483" cy="517533"/>
          </a:xfrm>
          <a:custGeom>
            <a:rect b="b" l="l" r="r" t="t"/>
            <a:pathLst>
              <a:path extrusionOk="0" h="21081" w="37591">
                <a:moveTo>
                  <a:pt x="0" y="0"/>
                </a:moveTo>
                <a:cubicBezTo>
                  <a:pt x="2849" y="5040"/>
                  <a:pt x="5809" y="10038"/>
                  <a:pt x="8192" y="15314"/>
                </a:cubicBezTo>
                <a:cubicBezTo>
                  <a:pt x="9050" y="17214"/>
                  <a:pt x="7633" y="18589"/>
                  <a:pt x="9616" y="19232"/>
                </a:cubicBezTo>
                <a:cubicBezTo>
                  <a:pt x="17185" y="21687"/>
                  <a:pt x="25655" y="21399"/>
                  <a:pt x="33478" y="19944"/>
                </a:cubicBezTo>
                <a:cubicBezTo>
                  <a:pt x="36541" y="19374"/>
                  <a:pt x="39114" y="12434"/>
                  <a:pt x="36327" y="11041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3" name="Google Shape;853;p38"/>
          <p:cNvSpPr/>
          <p:nvPr/>
        </p:nvSpPr>
        <p:spPr>
          <a:xfrm rot="-1254193">
            <a:off x="2574974" y="1209455"/>
            <a:ext cx="2001819" cy="1063421"/>
          </a:xfrm>
          <a:custGeom>
            <a:rect b="b" l="l" r="r" t="t"/>
            <a:pathLst>
              <a:path extrusionOk="0" h="43317" w="80183">
                <a:moveTo>
                  <a:pt x="0" y="5922"/>
                </a:moveTo>
                <a:cubicBezTo>
                  <a:pt x="11657" y="5145"/>
                  <a:pt x="23282" y="3926"/>
                  <a:pt x="34902" y="2717"/>
                </a:cubicBezTo>
                <a:cubicBezTo>
                  <a:pt x="45053" y="1661"/>
                  <a:pt x="45058" y="1707"/>
                  <a:pt x="55202" y="580"/>
                </a:cubicBezTo>
                <a:cubicBezTo>
                  <a:pt x="56279" y="460"/>
                  <a:pt x="56353" y="-224"/>
                  <a:pt x="57339" y="224"/>
                </a:cubicBezTo>
                <a:cubicBezTo>
                  <a:pt x="63627" y="3082"/>
                  <a:pt x="62580" y="13036"/>
                  <a:pt x="65887" y="19099"/>
                </a:cubicBezTo>
                <a:cubicBezTo>
                  <a:pt x="69110" y="25009"/>
                  <a:pt x="69452" y="24894"/>
                  <a:pt x="74078" y="29784"/>
                </a:cubicBezTo>
                <a:cubicBezTo>
                  <a:pt x="83717" y="39974"/>
                  <a:pt x="78976" y="31665"/>
                  <a:pt x="79064" y="32633"/>
                </a:cubicBezTo>
                <a:cubicBezTo>
                  <a:pt x="79498" y="37405"/>
                  <a:pt x="74055" y="42001"/>
                  <a:pt x="69448" y="43317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4" name="Google Shape;854;p38"/>
          <p:cNvSpPr/>
          <p:nvPr/>
        </p:nvSpPr>
        <p:spPr>
          <a:xfrm rot="-1254193">
            <a:off x="3588265" y="438483"/>
            <a:ext cx="1221568" cy="1008651"/>
          </a:xfrm>
          <a:custGeom>
            <a:rect b="b" l="l" r="r" t="t"/>
            <a:pathLst>
              <a:path extrusionOk="0" h="41086" w="48930">
                <a:moveTo>
                  <a:pt x="0" y="21498"/>
                </a:moveTo>
                <a:cubicBezTo>
                  <a:pt x="6129" y="16105"/>
                  <a:pt x="12341" y="10808"/>
                  <a:pt x="18520" y="5472"/>
                </a:cubicBezTo>
                <a:cubicBezTo>
                  <a:pt x="21575" y="2833"/>
                  <a:pt x="20712" y="1305"/>
                  <a:pt x="24574" y="130"/>
                </a:cubicBezTo>
                <a:cubicBezTo>
                  <a:pt x="26278" y="-388"/>
                  <a:pt x="25609" y="1580"/>
                  <a:pt x="26711" y="2979"/>
                </a:cubicBezTo>
                <a:cubicBezTo>
                  <a:pt x="32199" y="9949"/>
                  <a:pt x="31479" y="10595"/>
                  <a:pt x="37752" y="16868"/>
                </a:cubicBezTo>
                <a:cubicBezTo>
                  <a:pt x="40680" y="19796"/>
                  <a:pt x="48448" y="18440"/>
                  <a:pt x="48792" y="22567"/>
                </a:cubicBezTo>
                <a:cubicBezTo>
                  <a:pt x="49345" y="29201"/>
                  <a:pt x="47268" y="38109"/>
                  <a:pt x="41313" y="41086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5" name="Google Shape;855;p38"/>
          <p:cNvSpPr/>
          <p:nvPr/>
        </p:nvSpPr>
        <p:spPr>
          <a:xfrm rot="-1254193">
            <a:off x="3552204" y="111286"/>
            <a:ext cx="870302" cy="770003"/>
          </a:xfrm>
          <a:custGeom>
            <a:rect b="b" l="l" r="r" t="t"/>
            <a:pathLst>
              <a:path extrusionOk="0" h="31365" w="34860">
                <a:moveTo>
                  <a:pt x="0" y="31365"/>
                </a:moveTo>
                <a:cubicBezTo>
                  <a:pt x="4133" y="23649"/>
                  <a:pt x="7514" y="15369"/>
                  <a:pt x="9259" y="6791"/>
                </a:cubicBezTo>
                <a:cubicBezTo>
                  <a:pt x="9899" y="3645"/>
                  <a:pt x="6698" y="1718"/>
                  <a:pt x="9616" y="381"/>
                </a:cubicBezTo>
                <a:cubicBezTo>
                  <a:pt x="12945" y="-1144"/>
                  <a:pt x="23364" y="3672"/>
                  <a:pt x="25998" y="3942"/>
                </a:cubicBezTo>
                <a:cubicBezTo>
                  <a:pt x="30119" y="4365"/>
                  <a:pt x="33935" y="3935"/>
                  <a:pt x="34189" y="4298"/>
                </a:cubicBezTo>
                <a:cubicBezTo>
                  <a:pt x="35210" y="5757"/>
                  <a:pt x="34189" y="6079"/>
                  <a:pt x="34189" y="7860"/>
                </a:cubicBezTo>
                <a:cubicBezTo>
                  <a:pt x="34189" y="12668"/>
                  <a:pt x="34047" y="12670"/>
                  <a:pt x="34189" y="17475"/>
                </a:cubicBezTo>
                <a:cubicBezTo>
                  <a:pt x="34224" y="18668"/>
                  <a:pt x="35390" y="20193"/>
                  <a:pt x="34546" y="21037"/>
                </a:cubicBezTo>
                <a:cubicBezTo>
                  <a:pt x="33834" y="21749"/>
                  <a:pt x="32409" y="19907"/>
                  <a:pt x="32409" y="1890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6" name="Google Shape;856;p38"/>
          <p:cNvSpPr/>
          <p:nvPr/>
        </p:nvSpPr>
        <p:spPr>
          <a:xfrm rot="-1254193">
            <a:off x="3211700" y="-45554"/>
            <a:ext cx="465359" cy="769315"/>
          </a:xfrm>
          <a:custGeom>
            <a:rect b="b" l="l" r="r" t="t"/>
            <a:pathLst>
              <a:path extrusionOk="0" h="31337" w="18640">
                <a:moveTo>
                  <a:pt x="16230" y="31337"/>
                </a:moveTo>
                <a:cubicBezTo>
                  <a:pt x="6930" y="25137"/>
                  <a:pt x="-6297" y="5897"/>
                  <a:pt x="3409" y="353"/>
                </a:cubicBezTo>
                <a:cubicBezTo>
                  <a:pt x="6314" y="-1306"/>
                  <a:pt x="9248" y="3642"/>
                  <a:pt x="12313" y="4983"/>
                </a:cubicBezTo>
                <a:cubicBezTo>
                  <a:pt x="14356" y="5877"/>
                  <a:pt x="19898" y="6210"/>
                  <a:pt x="18367" y="7832"/>
                </a:cubicBezTo>
                <a:cubicBezTo>
                  <a:pt x="15295" y="11086"/>
                  <a:pt x="8849" y="16186"/>
                  <a:pt x="5902" y="12818"/>
                </a:cubicBezTo>
                <a:cubicBezTo>
                  <a:pt x="4935" y="11713"/>
                  <a:pt x="5502" y="8544"/>
                  <a:pt x="6971" y="8544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7" name="Google Shape;857;p38"/>
          <p:cNvSpPr/>
          <p:nvPr/>
        </p:nvSpPr>
        <p:spPr>
          <a:xfrm>
            <a:off x="400675" y="5971915"/>
            <a:ext cx="2172494" cy="892749"/>
          </a:xfrm>
          <a:custGeom>
            <a:rect b="b" l="l" r="r" t="t"/>
            <a:pathLst>
              <a:path extrusionOk="0" h="46455" w="110405">
                <a:moveTo>
                  <a:pt x="0" y="45942"/>
                </a:moveTo>
                <a:cubicBezTo>
                  <a:pt x="24206" y="48971"/>
                  <a:pt x="48273" y="36375"/>
                  <a:pt x="70516" y="26355"/>
                </a:cubicBezTo>
                <a:cubicBezTo>
                  <a:pt x="85046" y="19810"/>
                  <a:pt x="103262" y="14246"/>
                  <a:pt x="110405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8" name="Google Shape;858;p38"/>
          <p:cNvSpPr/>
          <p:nvPr/>
        </p:nvSpPr>
        <p:spPr>
          <a:xfrm>
            <a:off x="2692135" y="5903461"/>
            <a:ext cx="1773021" cy="109328"/>
          </a:xfrm>
          <a:custGeom>
            <a:rect b="b" l="l" r="r" t="t"/>
            <a:pathLst>
              <a:path extrusionOk="0" h="5689" w="90104">
                <a:moveTo>
                  <a:pt x="0" y="3206"/>
                </a:moveTo>
                <a:cubicBezTo>
                  <a:pt x="19190" y="7142"/>
                  <a:pt x="39235" y="951"/>
                  <a:pt x="58764" y="2493"/>
                </a:cubicBezTo>
                <a:cubicBezTo>
                  <a:pt x="69211" y="3318"/>
                  <a:pt x="90104" y="10480"/>
                  <a:pt x="90104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9" name="Google Shape;859;p38"/>
          <p:cNvSpPr/>
          <p:nvPr/>
        </p:nvSpPr>
        <p:spPr>
          <a:xfrm>
            <a:off x="2537972" y="5280625"/>
            <a:ext cx="829230" cy="622820"/>
          </a:xfrm>
          <a:custGeom>
            <a:rect b="b" l="l" r="r" t="t"/>
            <a:pathLst>
              <a:path extrusionOk="0" h="32409" w="42141">
                <a:moveTo>
                  <a:pt x="0" y="32409"/>
                </a:moveTo>
                <a:cubicBezTo>
                  <a:pt x="783" y="28807"/>
                  <a:pt x="-648" y="22891"/>
                  <a:pt x="2849" y="21725"/>
                </a:cubicBezTo>
                <a:cubicBezTo>
                  <a:pt x="13338" y="18229"/>
                  <a:pt x="25317" y="22903"/>
                  <a:pt x="35970" y="19944"/>
                </a:cubicBezTo>
                <a:cubicBezTo>
                  <a:pt x="42412" y="18154"/>
                  <a:pt x="44793" y="0"/>
                  <a:pt x="38107" y="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0" name="Google Shape;860;p38"/>
          <p:cNvSpPr/>
          <p:nvPr/>
        </p:nvSpPr>
        <p:spPr>
          <a:xfrm>
            <a:off x="2951407" y="6074578"/>
            <a:ext cx="1562787" cy="547545"/>
          </a:xfrm>
          <a:custGeom>
            <a:rect b="b" l="l" r="r" t="t"/>
            <a:pathLst>
              <a:path extrusionOk="0" h="28492" w="79420">
                <a:moveTo>
                  <a:pt x="0" y="0"/>
                </a:moveTo>
                <a:cubicBezTo>
                  <a:pt x="20039" y="4332"/>
                  <a:pt x="40026" y="9187"/>
                  <a:pt x="59476" y="15670"/>
                </a:cubicBezTo>
                <a:cubicBezTo>
                  <a:pt x="66974" y="18169"/>
                  <a:pt x="79420" y="20589"/>
                  <a:pt x="79420" y="2849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1" name="Google Shape;861;p38"/>
          <p:cNvSpPr/>
          <p:nvPr/>
        </p:nvSpPr>
        <p:spPr>
          <a:xfrm>
            <a:off x="3042507" y="6211468"/>
            <a:ext cx="1184369" cy="800774"/>
          </a:xfrm>
          <a:custGeom>
            <a:rect b="b" l="l" r="r" t="t"/>
            <a:pathLst>
              <a:path extrusionOk="0" h="41669" w="60189">
                <a:moveTo>
                  <a:pt x="0" y="0"/>
                </a:moveTo>
                <a:cubicBezTo>
                  <a:pt x="21297" y="11912"/>
                  <a:pt x="51120" y="19015"/>
                  <a:pt x="60189" y="41669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2" name="Google Shape;862;p38"/>
          <p:cNvSpPr/>
          <p:nvPr/>
        </p:nvSpPr>
        <p:spPr>
          <a:xfrm>
            <a:off x="3252746" y="6485247"/>
            <a:ext cx="168184" cy="807615"/>
          </a:xfrm>
          <a:custGeom>
            <a:rect b="b" l="l" r="r" t="t"/>
            <a:pathLst>
              <a:path extrusionOk="0" h="42025" w="8547">
                <a:moveTo>
                  <a:pt x="0" y="0"/>
                </a:moveTo>
                <a:cubicBezTo>
                  <a:pt x="3572" y="13842"/>
                  <a:pt x="8547" y="27730"/>
                  <a:pt x="8547" y="42025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63" name="Google Shape;863;p38"/>
          <p:cNvGrpSpPr/>
          <p:nvPr/>
        </p:nvGrpSpPr>
        <p:grpSpPr>
          <a:xfrm rot="282036">
            <a:off x="-140340" y="2632792"/>
            <a:ext cx="4567480" cy="2313140"/>
            <a:chOff x="140671" y="2522756"/>
            <a:chExt cx="4655469" cy="2383545"/>
          </a:xfrm>
        </p:grpSpPr>
        <p:sp>
          <p:nvSpPr>
            <p:cNvPr id="864" name="Google Shape;864;p38"/>
            <p:cNvSpPr/>
            <p:nvPr/>
          </p:nvSpPr>
          <p:spPr>
            <a:xfrm flipH="1" rot="-10733924">
              <a:off x="150147" y="3298407"/>
              <a:ext cx="2188051" cy="509459"/>
            </a:xfrm>
            <a:custGeom>
              <a:rect b="b" l="l" r="r" t="t"/>
              <a:pathLst>
                <a:path extrusionOk="0" h="23180" w="87611">
                  <a:moveTo>
                    <a:pt x="0" y="5017"/>
                  </a:moveTo>
                  <a:cubicBezTo>
                    <a:pt x="15702" y="3049"/>
                    <a:pt x="32242" y="-2844"/>
                    <a:pt x="47367" y="1811"/>
                  </a:cubicBezTo>
                  <a:cubicBezTo>
                    <a:pt x="61884" y="6279"/>
                    <a:pt x="72875" y="19499"/>
                    <a:pt x="87611" y="23180"/>
                  </a:cubicBez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65" name="Google Shape;865;p38"/>
            <p:cNvSpPr/>
            <p:nvPr/>
          </p:nvSpPr>
          <p:spPr>
            <a:xfrm flipH="1" rot="-9880260">
              <a:off x="2366867" y="2768975"/>
              <a:ext cx="2004110" cy="951253"/>
            </a:xfrm>
            <a:custGeom>
              <a:rect b="b" l="l" r="r" t="t"/>
              <a:pathLst>
                <a:path extrusionOk="0" h="43317" w="80183">
                  <a:moveTo>
                    <a:pt x="0" y="5922"/>
                  </a:moveTo>
                  <a:cubicBezTo>
                    <a:pt x="11657" y="5145"/>
                    <a:pt x="23282" y="3926"/>
                    <a:pt x="34902" y="2717"/>
                  </a:cubicBezTo>
                  <a:cubicBezTo>
                    <a:pt x="45053" y="1661"/>
                    <a:pt x="45058" y="1707"/>
                    <a:pt x="55202" y="580"/>
                  </a:cubicBezTo>
                  <a:cubicBezTo>
                    <a:pt x="56279" y="460"/>
                    <a:pt x="56353" y="-224"/>
                    <a:pt x="57339" y="224"/>
                  </a:cubicBezTo>
                  <a:cubicBezTo>
                    <a:pt x="63627" y="3082"/>
                    <a:pt x="62580" y="13036"/>
                    <a:pt x="65887" y="19099"/>
                  </a:cubicBezTo>
                  <a:cubicBezTo>
                    <a:pt x="69110" y="25009"/>
                    <a:pt x="69452" y="24894"/>
                    <a:pt x="74078" y="29784"/>
                  </a:cubicBezTo>
                  <a:cubicBezTo>
                    <a:pt x="83717" y="39974"/>
                    <a:pt x="78976" y="31665"/>
                    <a:pt x="79064" y="32633"/>
                  </a:cubicBezTo>
                  <a:cubicBezTo>
                    <a:pt x="79498" y="37405"/>
                    <a:pt x="74055" y="42001"/>
                    <a:pt x="69448" y="43317"/>
                  </a:cubicBez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66" name="Google Shape;866;p38"/>
            <p:cNvSpPr/>
            <p:nvPr/>
          </p:nvSpPr>
          <p:spPr>
            <a:xfrm flipH="1" rot="-9880260">
              <a:off x="3469719" y="3474230"/>
              <a:ext cx="1222966" cy="902260"/>
            </a:xfrm>
            <a:custGeom>
              <a:rect b="b" l="l" r="r" t="t"/>
              <a:pathLst>
                <a:path extrusionOk="0" h="41086" w="48930">
                  <a:moveTo>
                    <a:pt x="0" y="21498"/>
                  </a:moveTo>
                  <a:cubicBezTo>
                    <a:pt x="6129" y="16105"/>
                    <a:pt x="12341" y="10808"/>
                    <a:pt x="18520" y="5472"/>
                  </a:cubicBezTo>
                  <a:cubicBezTo>
                    <a:pt x="21575" y="2833"/>
                    <a:pt x="20712" y="1305"/>
                    <a:pt x="24574" y="130"/>
                  </a:cubicBezTo>
                  <a:cubicBezTo>
                    <a:pt x="26278" y="-388"/>
                    <a:pt x="25609" y="1580"/>
                    <a:pt x="26711" y="2979"/>
                  </a:cubicBezTo>
                  <a:cubicBezTo>
                    <a:pt x="32199" y="9949"/>
                    <a:pt x="31479" y="10595"/>
                    <a:pt x="37752" y="16868"/>
                  </a:cubicBezTo>
                  <a:cubicBezTo>
                    <a:pt x="40680" y="19796"/>
                    <a:pt x="48448" y="18440"/>
                    <a:pt x="48792" y="22567"/>
                  </a:cubicBezTo>
                  <a:cubicBezTo>
                    <a:pt x="49345" y="29201"/>
                    <a:pt x="47268" y="38109"/>
                    <a:pt x="41313" y="41086"/>
                  </a:cubicBez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67" name="Google Shape;867;p38"/>
            <p:cNvSpPr/>
            <p:nvPr/>
          </p:nvSpPr>
          <p:spPr>
            <a:xfrm flipH="1" rot="-9880260">
              <a:off x="3491004" y="3995541"/>
              <a:ext cx="871298" cy="688784"/>
            </a:xfrm>
            <a:custGeom>
              <a:rect b="b" l="l" r="r" t="t"/>
              <a:pathLst>
                <a:path extrusionOk="0" h="31365" w="34860">
                  <a:moveTo>
                    <a:pt x="0" y="31365"/>
                  </a:moveTo>
                  <a:cubicBezTo>
                    <a:pt x="4133" y="23649"/>
                    <a:pt x="7514" y="15369"/>
                    <a:pt x="9259" y="6791"/>
                  </a:cubicBezTo>
                  <a:cubicBezTo>
                    <a:pt x="9899" y="3645"/>
                    <a:pt x="6698" y="1718"/>
                    <a:pt x="9616" y="381"/>
                  </a:cubicBezTo>
                  <a:cubicBezTo>
                    <a:pt x="12945" y="-1144"/>
                    <a:pt x="23364" y="3672"/>
                    <a:pt x="25998" y="3942"/>
                  </a:cubicBezTo>
                  <a:cubicBezTo>
                    <a:pt x="30119" y="4365"/>
                    <a:pt x="33935" y="3935"/>
                    <a:pt x="34189" y="4298"/>
                  </a:cubicBezTo>
                  <a:cubicBezTo>
                    <a:pt x="35210" y="5757"/>
                    <a:pt x="34189" y="6079"/>
                    <a:pt x="34189" y="7860"/>
                  </a:cubicBezTo>
                  <a:cubicBezTo>
                    <a:pt x="34189" y="12668"/>
                    <a:pt x="34047" y="12670"/>
                    <a:pt x="34189" y="17475"/>
                  </a:cubicBezTo>
                  <a:cubicBezTo>
                    <a:pt x="34224" y="18668"/>
                    <a:pt x="35390" y="20193"/>
                    <a:pt x="34546" y="21037"/>
                  </a:cubicBezTo>
                  <a:cubicBezTo>
                    <a:pt x="33834" y="21749"/>
                    <a:pt x="32409" y="19907"/>
                    <a:pt x="32409" y="18900"/>
                  </a:cubicBez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68" name="Google Shape;868;p38"/>
            <p:cNvSpPr/>
            <p:nvPr/>
          </p:nvSpPr>
          <p:spPr>
            <a:xfrm flipH="1" rot="-9880260">
              <a:off x="3176946" y="4170069"/>
              <a:ext cx="465892" cy="688169"/>
            </a:xfrm>
            <a:custGeom>
              <a:rect b="b" l="l" r="r" t="t"/>
              <a:pathLst>
                <a:path extrusionOk="0" h="31337" w="18640">
                  <a:moveTo>
                    <a:pt x="16230" y="31337"/>
                  </a:moveTo>
                  <a:cubicBezTo>
                    <a:pt x="6930" y="25137"/>
                    <a:pt x="-6297" y="5897"/>
                    <a:pt x="3409" y="353"/>
                  </a:cubicBezTo>
                  <a:cubicBezTo>
                    <a:pt x="6314" y="-1306"/>
                    <a:pt x="9248" y="3642"/>
                    <a:pt x="12313" y="4983"/>
                  </a:cubicBezTo>
                  <a:cubicBezTo>
                    <a:pt x="14356" y="5877"/>
                    <a:pt x="19898" y="6210"/>
                    <a:pt x="18367" y="7832"/>
                  </a:cubicBezTo>
                  <a:cubicBezTo>
                    <a:pt x="15295" y="11086"/>
                    <a:pt x="8849" y="16186"/>
                    <a:pt x="5902" y="12818"/>
                  </a:cubicBezTo>
                  <a:cubicBezTo>
                    <a:pt x="4935" y="11713"/>
                    <a:pt x="5502" y="8544"/>
                    <a:pt x="6971" y="8544"/>
                  </a:cubicBez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69" name="Google Shape;869;p38"/>
          <p:cNvSpPr/>
          <p:nvPr/>
        </p:nvSpPr>
        <p:spPr>
          <a:xfrm rot="234030">
            <a:off x="6588694" y="3583056"/>
            <a:ext cx="1772907" cy="547565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8"/>
          <p:cNvSpPr/>
          <p:nvPr/>
        </p:nvSpPr>
        <p:spPr>
          <a:xfrm rot="-338953">
            <a:off x="6660023" y="4152747"/>
            <a:ext cx="195047" cy="934907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8"/>
          <p:cNvSpPr/>
          <p:nvPr/>
        </p:nvSpPr>
        <p:spPr>
          <a:xfrm rot="376322">
            <a:off x="8072027" y="4198212"/>
            <a:ext cx="194967" cy="934883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8"/>
          <p:cNvSpPr/>
          <p:nvPr/>
        </p:nvSpPr>
        <p:spPr>
          <a:xfrm rot="-305928">
            <a:off x="6259186" y="3080677"/>
            <a:ext cx="2359537" cy="338532"/>
          </a:xfrm>
          <a:prstGeom prst="rect">
            <a:avLst/>
          </a:prstGeom>
          <a:solidFill>
            <a:srgbClr val="5B0F00"/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8"/>
          <p:cNvSpPr/>
          <p:nvPr/>
        </p:nvSpPr>
        <p:spPr>
          <a:xfrm>
            <a:off x="2056750" y="3267331"/>
            <a:ext cx="1141550" cy="217300"/>
          </a:xfrm>
          <a:custGeom>
            <a:rect b="b" l="l" r="r" t="t"/>
            <a:pathLst>
              <a:path extrusionOk="0" h="8692" w="45662">
                <a:moveTo>
                  <a:pt x="0" y="5050"/>
                </a:moveTo>
                <a:cubicBezTo>
                  <a:pt x="4080" y="5050"/>
                  <a:pt x="8262" y="1911"/>
                  <a:pt x="12109" y="3269"/>
                </a:cubicBezTo>
                <a:cubicBezTo>
                  <a:pt x="20123" y="6098"/>
                  <a:pt x="28547" y="8937"/>
                  <a:pt x="37039" y="8611"/>
                </a:cubicBezTo>
                <a:cubicBezTo>
                  <a:pt x="40982" y="8459"/>
                  <a:pt x="45889" y="4354"/>
                  <a:pt x="45586" y="420"/>
                </a:cubicBezTo>
                <a:cubicBezTo>
                  <a:pt x="45492" y="-799"/>
                  <a:pt x="42677" y="1015"/>
                  <a:pt x="42381" y="2201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874" name="Google Shape;87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996">
            <a:off x="5882750" y="111417"/>
            <a:ext cx="2736975" cy="295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550" y="3962662"/>
            <a:ext cx="1095150" cy="117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