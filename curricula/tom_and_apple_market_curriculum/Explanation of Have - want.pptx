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48721e0b3_02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48721e0b3_0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48721e0b3_01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48721e0b3_0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48721e0b3_01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48721e0b3_0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48721e0b3_01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48721e0b3_0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8721e0b3_01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8721e0b3_0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8721e0b3_02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8721e0b3_0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8721e0b3_02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48721e0b3_0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8721e0b3_0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48721e0b3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8721e0b3_0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8721e0b3_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8721e0b3_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8721e0b3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8721e0b3_0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8721e0b3_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8721e0b3_0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48721e0b3_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8721e0b3_01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8721e0b3_0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8721e0b3_02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8721e0b3_0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0a34b22a_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40a34b22a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8721e0b3_02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48721e0b3_0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48721e0b3_02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48721e0b3_0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48721e0b3_019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48721e0b3_0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8721e0b3_02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48721e0b3_0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8721e0b3_02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48721e0b3_0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8721e0b3_1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48721e0b3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8721e0b3_1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48721e0b3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8721e0b3_02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48721e0b3_0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48721e0b3_1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48721e0b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8721e0b3_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48721e0b3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48721e0b3_1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48721e0b3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40a34b22a_0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40a34b22a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40a34b22a_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40a34b22a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685800" y="1583342"/>
            <a:ext cx="7772400" cy="1159856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85800" y="2840054"/>
            <a:ext cx="7772400" cy="7847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57200" y="1200150"/>
            <a:ext cx="8229600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457200" y="1200150"/>
            <a:ext cx="3994526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2" type="body"/>
          </p:nvPr>
        </p:nvSpPr>
        <p:spPr>
          <a:xfrm>
            <a:off x="4692274" y="1200150"/>
            <a:ext cx="3994526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" type="body"/>
          </p:nvPr>
        </p:nvSpPr>
        <p:spPr>
          <a:xfrm>
            <a:off x="457200" y="4406309"/>
            <a:ext cx="8229600" cy="5195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6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9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8.jpg"/><Relationship Id="rId7" Type="http://schemas.openxmlformats.org/officeDocument/2006/relationships/image" Target="../media/image12.jpg"/><Relationship Id="rId8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5" Type="http://schemas.openxmlformats.org/officeDocument/2006/relationships/image" Target="../media/image3.jpg"/><Relationship Id="rId6" Type="http://schemas.openxmlformats.org/officeDocument/2006/relationships/image" Target="../media/image8.jpg"/><Relationship Id="rId7" Type="http://schemas.openxmlformats.org/officeDocument/2006/relationships/image" Target="../media/image1.jpg"/><Relationship Id="rId8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5" Type="http://schemas.openxmlformats.org/officeDocument/2006/relationships/image" Target="../media/image5.jpg"/><Relationship Id="rId6" Type="http://schemas.openxmlformats.org/officeDocument/2006/relationships/image" Target="../media/image3.jpg"/><Relationship Id="rId7" Type="http://schemas.openxmlformats.org/officeDocument/2006/relationships/image" Target="../media/image8.jpg"/><Relationship Id="rId8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2.jpg"/><Relationship Id="rId9" Type="http://schemas.openxmlformats.org/officeDocument/2006/relationships/image" Target="../media/image11.jpg"/><Relationship Id="rId5" Type="http://schemas.openxmlformats.org/officeDocument/2006/relationships/image" Target="../media/image25.jpg"/><Relationship Id="rId6" Type="http://schemas.openxmlformats.org/officeDocument/2006/relationships/image" Target="../media/image12.jpg"/><Relationship Id="rId7" Type="http://schemas.openxmlformats.org/officeDocument/2006/relationships/image" Target="../media/image16.jpg"/><Relationship Id="rId8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jpg"/><Relationship Id="rId4" Type="http://schemas.openxmlformats.org/officeDocument/2006/relationships/image" Target="../media/image17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13.gif"/><Relationship Id="rId8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Relationship Id="rId4" Type="http://schemas.openxmlformats.org/officeDocument/2006/relationships/image" Target="../media/image3.jpg"/><Relationship Id="rId5" Type="http://schemas.openxmlformats.org/officeDocument/2006/relationships/image" Target="../media/image6.jpg"/><Relationship Id="rId6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Relationship Id="rId4" Type="http://schemas.openxmlformats.org/officeDocument/2006/relationships/image" Target="../media/image3.jpg"/><Relationship Id="rId5" Type="http://schemas.openxmlformats.org/officeDocument/2006/relationships/image" Target="../media/image6.jpg"/><Relationship Id="rId6" Type="http://schemas.openxmlformats.org/officeDocument/2006/relationships/image" Target="../media/image4.jpg"/><Relationship Id="rId7" Type="http://schemas.openxmlformats.org/officeDocument/2006/relationships/image" Target="../media/image13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5" Type="http://schemas.openxmlformats.org/officeDocument/2006/relationships/image" Target="../media/image5.jpg"/><Relationship Id="rId6" Type="http://schemas.openxmlformats.org/officeDocument/2006/relationships/image" Target="../media/image20.jpg"/><Relationship Id="rId7" Type="http://schemas.openxmlformats.org/officeDocument/2006/relationships/image" Target="../media/image3.jpg"/><Relationship Id="rId8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jpg"/><Relationship Id="rId4" Type="http://schemas.openxmlformats.org/officeDocument/2006/relationships/image" Target="../media/image17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13.gif"/><Relationship Id="rId8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Relationship Id="rId4" Type="http://schemas.openxmlformats.org/officeDocument/2006/relationships/image" Target="../media/image2.jpg"/><Relationship Id="rId9" Type="http://schemas.openxmlformats.org/officeDocument/2006/relationships/image" Target="../media/image11.jpg"/><Relationship Id="rId5" Type="http://schemas.openxmlformats.org/officeDocument/2006/relationships/image" Target="../media/image25.jpg"/><Relationship Id="rId6" Type="http://schemas.openxmlformats.org/officeDocument/2006/relationships/image" Target="../media/image12.jpg"/><Relationship Id="rId7" Type="http://schemas.openxmlformats.org/officeDocument/2006/relationships/image" Target="../media/image16.jpg"/><Relationship Id="rId8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jpg"/><Relationship Id="rId4" Type="http://schemas.openxmlformats.org/officeDocument/2006/relationships/image" Target="../media/image17.jpg"/><Relationship Id="rId11" Type="http://schemas.openxmlformats.org/officeDocument/2006/relationships/image" Target="../media/image23.jpg"/><Relationship Id="rId10" Type="http://schemas.openxmlformats.org/officeDocument/2006/relationships/image" Target="../media/image26.png"/><Relationship Id="rId12" Type="http://schemas.openxmlformats.org/officeDocument/2006/relationships/image" Target="../media/image27.png"/><Relationship Id="rId9" Type="http://schemas.openxmlformats.org/officeDocument/2006/relationships/image" Target="../media/image21.jpg"/><Relationship Id="rId5" Type="http://schemas.openxmlformats.org/officeDocument/2006/relationships/image" Target="../media/image6.jpg"/><Relationship Id="rId6" Type="http://schemas.openxmlformats.org/officeDocument/2006/relationships/image" Target="../media/image13.gif"/><Relationship Id="rId7" Type="http://schemas.openxmlformats.org/officeDocument/2006/relationships/image" Target="../media/image22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ctrTitle"/>
          </p:nvPr>
        </p:nvSpPr>
        <p:spPr>
          <a:xfrm>
            <a:off x="-77100" y="1757875"/>
            <a:ext cx="9421500" cy="180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latin typeface="Droid Sans"/>
                <a:ea typeface="Droid Sans"/>
                <a:cs typeface="Droid Sans"/>
                <a:sym typeface="Droid Sans"/>
              </a:rPr>
              <a:t>have,  want</a:t>
            </a:r>
            <a:endParaRPr sz="12000"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622975" y="3683554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ctrTitle"/>
          </p:nvPr>
        </p:nvSpPr>
        <p:spPr>
          <a:xfrm>
            <a:off x="622975" y="270501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HAVE</a:t>
            </a:r>
            <a:endParaRPr sz="9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have</a:t>
            </a:r>
            <a:endParaRPr sz="9600"/>
          </a:p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622975" y="3683554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10"/>
          <p:cNvCxnSpPr/>
          <p:nvPr/>
        </p:nvCxnSpPr>
        <p:spPr>
          <a:xfrm>
            <a:off x="4563025" y="564900"/>
            <a:ext cx="3600" cy="237750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" name="Google Shape;40;p10"/>
          <p:cNvCxnSpPr/>
          <p:nvPr/>
        </p:nvCxnSpPr>
        <p:spPr>
          <a:xfrm>
            <a:off x="238775" y="2912975"/>
            <a:ext cx="8558400" cy="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" name="Google Shape;4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188" y="3440228"/>
            <a:ext cx="1607700" cy="1607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" name="Google Shape;4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0325" y="3463100"/>
            <a:ext cx="1984563" cy="127214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" name="Google Shape;43;p10"/>
          <p:cNvSpPr txBox="1"/>
          <p:nvPr/>
        </p:nvSpPr>
        <p:spPr>
          <a:xfrm>
            <a:off x="814825" y="2871034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" name="Google Shape;44;p10"/>
          <p:cNvSpPr txBox="1"/>
          <p:nvPr/>
        </p:nvSpPr>
        <p:spPr>
          <a:xfrm>
            <a:off x="2744338" y="2871031"/>
            <a:ext cx="8973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" name="Google Shape;45;p10"/>
          <p:cNvSpPr txBox="1"/>
          <p:nvPr/>
        </p:nvSpPr>
        <p:spPr>
          <a:xfrm>
            <a:off x="4602050" y="2824371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6" name="Google Shape;46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872" y="3463088"/>
            <a:ext cx="1704950" cy="143113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" name="Google Shape;47;p10"/>
          <p:cNvSpPr txBox="1"/>
          <p:nvPr/>
        </p:nvSpPr>
        <p:spPr>
          <a:xfrm>
            <a:off x="6205188" y="2857509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" name="Google Shape;48;p10"/>
          <p:cNvSpPr txBox="1"/>
          <p:nvPr/>
        </p:nvSpPr>
        <p:spPr>
          <a:xfrm>
            <a:off x="8010175" y="2869821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9" name="Google Shape;49;p10"/>
          <p:cNvPicPr preferRelativeResize="0"/>
          <p:nvPr/>
        </p:nvPicPr>
        <p:blipFill rotWithShape="1">
          <a:blip r:embed="rId6">
            <a:alphaModFix/>
          </a:blip>
          <a:srcRect b="72670" l="68486" r="1868" t="-2168"/>
          <a:stretch/>
        </p:blipFill>
        <p:spPr>
          <a:xfrm>
            <a:off x="7380100" y="3464838"/>
            <a:ext cx="1649025" cy="109917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" name="Google Shape;50;p10"/>
          <p:cNvPicPr preferRelativeResize="0"/>
          <p:nvPr/>
        </p:nvPicPr>
        <p:blipFill rotWithShape="1">
          <a:blip r:embed="rId7">
            <a:alphaModFix/>
          </a:blip>
          <a:srcRect b="14170" l="0" r="20019" t="0"/>
          <a:stretch/>
        </p:blipFill>
        <p:spPr>
          <a:xfrm>
            <a:off x="1125150" y="-49025"/>
            <a:ext cx="3136299" cy="290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93600" y="3424250"/>
            <a:ext cx="1479450" cy="167342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" name="Google Shape;52;p10"/>
          <p:cNvPicPr preferRelativeResize="0"/>
          <p:nvPr/>
        </p:nvPicPr>
        <p:blipFill rotWithShape="1">
          <a:blip r:embed="rId9">
            <a:alphaModFix/>
          </a:blip>
          <a:srcRect b="10961" l="0" r="0" t="0"/>
          <a:stretch/>
        </p:blipFill>
        <p:spPr>
          <a:xfrm>
            <a:off x="5302725" y="-49025"/>
            <a:ext cx="3203192" cy="290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1"/>
          <p:cNvCxnSpPr/>
          <p:nvPr/>
        </p:nvCxnSpPr>
        <p:spPr>
          <a:xfrm>
            <a:off x="229800" y="2293800"/>
            <a:ext cx="8558400" cy="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" name="Google Shape;5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3263" y="2905378"/>
            <a:ext cx="1607700" cy="1607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" name="Google Shape;5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2400" y="2928250"/>
            <a:ext cx="1984563" cy="127214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" name="Google Shape;60;p11"/>
          <p:cNvSpPr txBox="1"/>
          <p:nvPr/>
        </p:nvSpPr>
        <p:spPr>
          <a:xfrm>
            <a:off x="866900" y="2336184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" name="Google Shape;61;p11"/>
          <p:cNvSpPr txBox="1"/>
          <p:nvPr/>
        </p:nvSpPr>
        <p:spPr>
          <a:xfrm>
            <a:off x="2796413" y="2336181"/>
            <a:ext cx="8973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4654125" y="2289521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3" name="Google Shape;6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947" y="2928238"/>
            <a:ext cx="1704950" cy="143113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p11"/>
          <p:cNvSpPr txBox="1"/>
          <p:nvPr/>
        </p:nvSpPr>
        <p:spPr>
          <a:xfrm>
            <a:off x="6257263" y="2322659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" name="Google Shape;65;p11"/>
          <p:cNvSpPr txBox="1"/>
          <p:nvPr/>
        </p:nvSpPr>
        <p:spPr>
          <a:xfrm>
            <a:off x="8062250" y="2334971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6" name="Google Shape;66;p11"/>
          <p:cNvPicPr preferRelativeResize="0"/>
          <p:nvPr/>
        </p:nvPicPr>
        <p:blipFill rotWithShape="1">
          <a:blip r:embed="rId6">
            <a:alphaModFix/>
          </a:blip>
          <a:srcRect b="72670" l="68486" r="1868" t="-2168"/>
          <a:stretch/>
        </p:blipFill>
        <p:spPr>
          <a:xfrm>
            <a:off x="7432175" y="2929988"/>
            <a:ext cx="1649025" cy="109917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" name="Google Shape;67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2600" y="-37575"/>
            <a:ext cx="3482103" cy="224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94700" y="-1970450"/>
            <a:ext cx="6269101" cy="41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55375" y="2881600"/>
            <a:ext cx="1479450" cy="167342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12"/>
          <p:cNvCxnSpPr/>
          <p:nvPr/>
        </p:nvCxnSpPr>
        <p:spPr>
          <a:xfrm>
            <a:off x="229800" y="2293800"/>
            <a:ext cx="8558400" cy="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5" name="Google Shape;7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3263" y="2905378"/>
            <a:ext cx="1607700" cy="1607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" name="Google Shape;7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2400" y="2928250"/>
            <a:ext cx="1984563" cy="127214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" name="Google Shape;77;p12"/>
          <p:cNvSpPr txBox="1"/>
          <p:nvPr/>
        </p:nvSpPr>
        <p:spPr>
          <a:xfrm>
            <a:off x="866900" y="2336184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" name="Google Shape;78;p12"/>
          <p:cNvSpPr txBox="1"/>
          <p:nvPr/>
        </p:nvSpPr>
        <p:spPr>
          <a:xfrm>
            <a:off x="2796413" y="2336181"/>
            <a:ext cx="8973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" name="Google Shape;79;p12"/>
          <p:cNvSpPr txBox="1"/>
          <p:nvPr/>
        </p:nvSpPr>
        <p:spPr>
          <a:xfrm>
            <a:off x="4654125" y="2289521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0" name="Google Shape;80;p12"/>
          <p:cNvPicPr preferRelativeResize="0"/>
          <p:nvPr/>
        </p:nvPicPr>
        <p:blipFill rotWithShape="1">
          <a:blip r:embed="rId5">
            <a:alphaModFix/>
          </a:blip>
          <a:srcRect b="14470" l="-1430" r="1430" t="-14470"/>
          <a:stretch/>
        </p:blipFill>
        <p:spPr>
          <a:xfrm>
            <a:off x="4466950" y="-999417"/>
            <a:ext cx="4273276" cy="320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947" y="2928238"/>
            <a:ext cx="1704950" cy="143113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" name="Google Shape;82;p12"/>
          <p:cNvSpPr txBox="1"/>
          <p:nvPr/>
        </p:nvSpPr>
        <p:spPr>
          <a:xfrm>
            <a:off x="6257263" y="2322659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" name="Google Shape;83;p12"/>
          <p:cNvSpPr txBox="1"/>
          <p:nvPr/>
        </p:nvSpPr>
        <p:spPr>
          <a:xfrm>
            <a:off x="8062250" y="2334971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7">
            <a:alphaModFix/>
          </a:blip>
          <a:srcRect b="72670" l="68486" r="1868" t="-2168"/>
          <a:stretch/>
        </p:blipFill>
        <p:spPr>
          <a:xfrm>
            <a:off x="7432175" y="2929988"/>
            <a:ext cx="1649025" cy="109917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" name="Google Shape;85;p12"/>
          <p:cNvPicPr preferRelativeResize="0"/>
          <p:nvPr/>
        </p:nvPicPr>
        <p:blipFill rotWithShape="1">
          <a:blip r:embed="rId8">
            <a:alphaModFix/>
          </a:blip>
          <a:srcRect b="9107" l="9725" r="19858" t="28432"/>
          <a:stretch/>
        </p:blipFill>
        <p:spPr>
          <a:xfrm>
            <a:off x="317300" y="-3600"/>
            <a:ext cx="3831700" cy="225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55388" y="2930000"/>
            <a:ext cx="1479450" cy="167342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158125" y="2616825"/>
            <a:ext cx="1267050" cy="1267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3"/>
          <p:cNvCxnSpPr>
            <a:endCxn id="93" idx="2"/>
          </p:cNvCxnSpPr>
          <p:nvPr/>
        </p:nvCxnSpPr>
        <p:spPr>
          <a:xfrm>
            <a:off x="4572000" y="205950"/>
            <a:ext cx="0" cy="471990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3"/>
          <p:cNvCxnSpPr/>
          <p:nvPr/>
        </p:nvCxnSpPr>
        <p:spPr>
          <a:xfrm>
            <a:off x="247750" y="2554025"/>
            <a:ext cx="8558400" cy="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 b="13147" l="0" r="0" t="10331"/>
          <a:stretch/>
        </p:blipFill>
        <p:spPr>
          <a:xfrm>
            <a:off x="575300" y="-102125"/>
            <a:ext cx="3325576" cy="259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5">
            <a:alphaModFix/>
          </a:blip>
          <a:srcRect b="15761" l="0" r="0" t="0"/>
          <a:stretch/>
        </p:blipFill>
        <p:spPr>
          <a:xfrm>
            <a:off x="4820350" y="-3425"/>
            <a:ext cx="3947299" cy="25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6">
            <a:alphaModFix/>
          </a:blip>
          <a:srcRect b="14170" l="0" r="20019" t="0"/>
          <a:stretch/>
        </p:blipFill>
        <p:spPr>
          <a:xfrm>
            <a:off x="764588" y="2616825"/>
            <a:ext cx="3136299" cy="290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0018" y="2707700"/>
            <a:ext cx="2639556" cy="23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44775" y="2852750"/>
            <a:ext cx="823225" cy="82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59575" y="3883875"/>
            <a:ext cx="1708425" cy="132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ctrTitle"/>
          </p:nvPr>
        </p:nvSpPr>
        <p:spPr>
          <a:xfrm>
            <a:off x="622975" y="270501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HAVE</a:t>
            </a:r>
            <a:endParaRPr sz="9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have</a:t>
            </a:r>
            <a:endParaRPr sz="9600"/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622975" y="3683554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15"/>
          <p:cNvCxnSpPr/>
          <p:nvPr/>
        </p:nvCxnSpPr>
        <p:spPr>
          <a:xfrm>
            <a:off x="247750" y="2554025"/>
            <a:ext cx="8558400" cy="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ctrTitle"/>
          </p:nvPr>
        </p:nvSpPr>
        <p:spPr>
          <a:xfrm>
            <a:off x="622975" y="270501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WANT</a:t>
            </a:r>
            <a:endParaRPr sz="9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want</a:t>
            </a:r>
            <a:endParaRPr sz="9600"/>
          </a:p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622975" y="3683554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750" y="189125"/>
            <a:ext cx="3073675" cy="223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7475" y="-82390"/>
            <a:ext cx="2171575" cy="2504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7"/>
          <p:cNvCxnSpPr/>
          <p:nvPr/>
        </p:nvCxnSpPr>
        <p:spPr>
          <a:xfrm>
            <a:off x="4554050" y="-54275"/>
            <a:ext cx="3600" cy="237750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7"/>
          <p:cNvCxnSpPr/>
          <p:nvPr/>
        </p:nvCxnSpPr>
        <p:spPr>
          <a:xfrm>
            <a:off x="229800" y="2293800"/>
            <a:ext cx="8558400" cy="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" name="Google Shape;12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42" y="2910325"/>
            <a:ext cx="2512633" cy="210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5000" y="2910325"/>
            <a:ext cx="2109100" cy="210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8" name="Google Shape;128;p17"/>
          <p:cNvPicPr preferRelativeResize="0"/>
          <p:nvPr/>
        </p:nvPicPr>
        <p:blipFill rotWithShape="1">
          <a:blip r:embed="rId7">
            <a:alphaModFix/>
          </a:blip>
          <a:srcRect b="14362" l="0" r="6147" t="0"/>
          <a:stretch/>
        </p:blipFill>
        <p:spPr>
          <a:xfrm flipH="1">
            <a:off x="6747100" y="-82400"/>
            <a:ext cx="1644900" cy="13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6666350" y="189125"/>
            <a:ext cx="197400" cy="55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90550" y="2910325"/>
            <a:ext cx="3227775" cy="206907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" name="Google Shape;131;p17"/>
          <p:cNvSpPr txBox="1"/>
          <p:nvPr/>
        </p:nvSpPr>
        <p:spPr>
          <a:xfrm>
            <a:off x="869800" y="2293788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171900" y="2251413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7429150" y="2251413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075" y="-189325"/>
            <a:ext cx="3706250" cy="2692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18"/>
          <p:cNvCxnSpPr/>
          <p:nvPr/>
        </p:nvCxnSpPr>
        <p:spPr>
          <a:xfrm>
            <a:off x="225238" y="2383550"/>
            <a:ext cx="8558400" cy="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0" name="Google Shape;14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42" y="2910325"/>
            <a:ext cx="2512633" cy="210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000" y="2910325"/>
            <a:ext cx="2109100" cy="210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2" name="Google Shape;14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0550" y="2910325"/>
            <a:ext cx="3227775" cy="206907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3" name="Google Shape;143;p18"/>
          <p:cNvSpPr txBox="1"/>
          <p:nvPr/>
        </p:nvSpPr>
        <p:spPr>
          <a:xfrm>
            <a:off x="869800" y="2293788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171900" y="2251413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7429150" y="2251413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725" y="-681250"/>
            <a:ext cx="2683050" cy="309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3776875" y="-555625"/>
            <a:ext cx="556200" cy="867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" name="Google Shape;152;p19"/>
          <p:cNvCxnSpPr/>
          <p:nvPr/>
        </p:nvCxnSpPr>
        <p:spPr>
          <a:xfrm>
            <a:off x="229800" y="2293800"/>
            <a:ext cx="8558400" cy="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3" name="Google Shape;15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42" y="2910325"/>
            <a:ext cx="2512633" cy="210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000" y="2910325"/>
            <a:ext cx="2109100" cy="210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0550" y="2910325"/>
            <a:ext cx="3227775" cy="206907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p19"/>
          <p:cNvSpPr txBox="1"/>
          <p:nvPr/>
        </p:nvSpPr>
        <p:spPr>
          <a:xfrm>
            <a:off x="869800" y="2293788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4171900" y="2251413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7429150" y="2251413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9" name="Google Shape;159;p19"/>
          <p:cNvPicPr preferRelativeResize="0"/>
          <p:nvPr/>
        </p:nvPicPr>
        <p:blipFill rotWithShape="1">
          <a:blip r:embed="rId7">
            <a:alphaModFix/>
          </a:blip>
          <a:srcRect b="14362" l="0" r="6147" t="0"/>
          <a:stretch/>
        </p:blipFill>
        <p:spPr>
          <a:xfrm flipH="1">
            <a:off x="3875575" y="-224325"/>
            <a:ext cx="1680750" cy="133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ctrTitle"/>
          </p:nvPr>
        </p:nvSpPr>
        <p:spPr>
          <a:xfrm>
            <a:off x="622975" y="270501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WANT</a:t>
            </a:r>
            <a:endParaRPr sz="9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want</a:t>
            </a:r>
            <a:endParaRPr sz="9600"/>
          </a:p>
        </p:txBody>
      </p:sp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622975" y="3683554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p21"/>
          <p:cNvCxnSpPr>
            <a:endCxn id="171" idx="2"/>
          </p:cNvCxnSpPr>
          <p:nvPr/>
        </p:nvCxnSpPr>
        <p:spPr>
          <a:xfrm>
            <a:off x="4572000" y="205950"/>
            <a:ext cx="0" cy="471990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1"/>
          <p:cNvCxnSpPr/>
          <p:nvPr/>
        </p:nvCxnSpPr>
        <p:spPr>
          <a:xfrm>
            <a:off x="247750" y="2554025"/>
            <a:ext cx="8558400" cy="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ctrTitle"/>
          </p:nvPr>
        </p:nvSpPr>
        <p:spPr>
          <a:xfrm>
            <a:off x="622975" y="270501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REVIEW</a:t>
            </a:r>
            <a:endParaRPr sz="9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review</a:t>
            </a:r>
            <a:endParaRPr sz="9600"/>
          </a:p>
        </p:txBody>
      </p:sp>
      <p:sp>
        <p:nvSpPr>
          <p:cNvPr id="184" name="Google Shape;184;p23"/>
          <p:cNvSpPr txBox="1"/>
          <p:nvPr>
            <p:ph idx="1" type="subTitle"/>
          </p:nvPr>
        </p:nvSpPr>
        <p:spPr>
          <a:xfrm>
            <a:off x="622975" y="3683554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24"/>
          <p:cNvCxnSpPr/>
          <p:nvPr/>
        </p:nvCxnSpPr>
        <p:spPr>
          <a:xfrm>
            <a:off x="4554050" y="-54275"/>
            <a:ext cx="3600" cy="237750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4"/>
          <p:cNvCxnSpPr/>
          <p:nvPr/>
        </p:nvCxnSpPr>
        <p:spPr>
          <a:xfrm>
            <a:off x="229800" y="2293800"/>
            <a:ext cx="8558400" cy="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1" name="Google Shape;1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3263" y="2905378"/>
            <a:ext cx="1607700" cy="1607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2" name="Google Shape;19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2400" y="2928250"/>
            <a:ext cx="1984563" cy="127214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p24"/>
          <p:cNvSpPr txBox="1"/>
          <p:nvPr/>
        </p:nvSpPr>
        <p:spPr>
          <a:xfrm>
            <a:off x="866900" y="2336184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2796413" y="2336181"/>
            <a:ext cx="8973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4654125" y="2289521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5">
            <a:alphaModFix/>
          </a:blip>
          <a:srcRect b="14470" l="-1430" r="1430" t="-14470"/>
          <a:stretch/>
        </p:blipFill>
        <p:spPr>
          <a:xfrm>
            <a:off x="4807925" y="-956942"/>
            <a:ext cx="4273276" cy="320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800" y="-454850"/>
            <a:ext cx="4073975" cy="27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6947" y="2928238"/>
            <a:ext cx="1704950" cy="143113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9" name="Google Shape;199;p24"/>
          <p:cNvSpPr txBox="1"/>
          <p:nvPr/>
        </p:nvSpPr>
        <p:spPr>
          <a:xfrm>
            <a:off x="6257263" y="2322659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8062250" y="2334971"/>
            <a:ext cx="897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8">
            <a:alphaModFix/>
          </a:blip>
          <a:srcRect b="72670" l="68486" r="1868" t="-2168"/>
          <a:stretch/>
        </p:blipFill>
        <p:spPr>
          <a:xfrm>
            <a:off x="7432175" y="2929988"/>
            <a:ext cx="1649025" cy="109917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2" name="Google Shape;202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55388" y="2930000"/>
            <a:ext cx="1479450" cy="167342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750" y="189125"/>
            <a:ext cx="3073675" cy="223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7475" y="-82390"/>
            <a:ext cx="2171575" cy="2504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25"/>
          <p:cNvCxnSpPr/>
          <p:nvPr/>
        </p:nvCxnSpPr>
        <p:spPr>
          <a:xfrm>
            <a:off x="4554050" y="-54275"/>
            <a:ext cx="3600" cy="237750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5"/>
          <p:cNvCxnSpPr/>
          <p:nvPr/>
        </p:nvCxnSpPr>
        <p:spPr>
          <a:xfrm>
            <a:off x="229800" y="2293800"/>
            <a:ext cx="8558400" cy="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1" name="Google Shape;21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42" y="2910325"/>
            <a:ext cx="2512633" cy="210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2" name="Google Shape;21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5000" y="2910325"/>
            <a:ext cx="2109100" cy="210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" name="Google Shape;213;p25"/>
          <p:cNvPicPr preferRelativeResize="0"/>
          <p:nvPr/>
        </p:nvPicPr>
        <p:blipFill rotWithShape="1">
          <a:blip r:embed="rId7">
            <a:alphaModFix/>
          </a:blip>
          <a:srcRect b="14362" l="0" r="6147" t="0"/>
          <a:stretch/>
        </p:blipFill>
        <p:spPr>
          <a:xfrm flipH="1">
            <a:off x="6747100" y="-82400"/>
            <a:ext cx="1644900" cy="13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/>
          <p:nvPr/>
        </p:nvSpPr>
        <p:spPr>
          <a:xfrm>
            <a:off x="6666350" y="189125"/>
            <a:ext cx="197400" cy="55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90550" y="2910325"/>
            <a:ext cx="3227775" cy="206907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" name="Google Shape;216;p25"/>
          <p:cNvSpPr txBox="1"/>
          <p:nvPr/>
        </p:nvSpPr>
        <p:spPr>
          <a:xfrm>
            <a:off x="869800" y="2293788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4171900" y="2251413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7429150" y="2251413"/>
            <a:ext cx="897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158125" y="2616825"/>
            <a:ext cx="1267050" cy="1267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26"/>
          <p:cNvCxnSpPr>
            <a:endCxn id="225" idx="2"/>
          </p:cNvCxnSpPr>
          <p:nvPr/>
        </p:nvCxnSpPr>
        <p:spPr>
          <a:xfrm>
            <a:off x="4572000" y="205950"/>
            <a:ext cx="0" cy="471990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6"/>
          <p:cNvCxnSpPr/>
          <p:nvPr/>
        </p:nvCxnSpPr>
        <p:spPr>
          <a:xfrm>
            <a:off x="247750" y="2554025"/>
            <a:ext cx="8558400" cy="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7" name="Google Shape;227;p26"/>
          <p:cNvPicPr preferRelativeResize="0"/>
          <p:nvPr/>
        </p:nvPicPr>
        <p:blipFill rotWithShape="1">
          <a:blip r:embed="rId4">
            <a:alphaModFix/>
          </a:blip>
          <a:srcRect b="13147" l="0" r="0" t="10331"/>
          <a:stretch/>
        </p:blipFill>
        <p:spPr>
          <a:xfrm>
            <a:off x="575300" y="-102125"/>
            <a:ext cx="3325576" cy="259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/>
          <p:cNvPicPr preferRelativeResize="0"/>
          <p:nvPr/>
        </p:nvPicPr>
        <p:blipFill rotWithShape="1">
          <a:blip r:embed="rId5">
            <a:alphaModFix/>
          </a:blip>
          <a:srcRect b="15761" l="0" r="0" t="0"/>
          <a:stretch/>
        </p:blipFill>
        <p:spPr>
          <a:xfrm>
            <a:off x="4820350" y="-3425"/>
            <a:ext cx="3947299" cy="25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 rotWithShape="1">
          <a:blip r:embed="rId6">
            <a:alphaModFix/>
          </a:blip>
          <a:srcRect b="14170" l="0" r="20019" t="0"/>
          <a:stretch/>
        </p:blipFill>
        <p:spPr>
          <a:xfrm>
            <a:off x="764588" y="2616825"/>
            <a:ext cx="3136299" cy="290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0018" y="2707700"/>
            <a:ext cx="2639556" cy="23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44775" y="2852750"/>
            <a:ext cx="823225" cy="82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59575" y="3883875"/>
            <a:ext cx="1708425" cy="132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7"/>
          <p:cNvCxnSpPr>
            <a:endCxn id="238" idx="2"/>
          </p:cNvCxnSpPr>
          <p:nvPr/>
        </p:nvCxnSpPr>
        <p:spPr>
          <a:xfrm>
            <a:off x="4572000" y="205950"/>
            <a:ext cx="0" cy="471990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7"/>
          <p:cNvCxnSpPr/>
          <p:nvPr/>
        </p:nvCxnSpPr>
        <p:spPr>
          <a:xfrm>
            <a:off x="247750" y="2554025"/>
            <a:ext cx="8558400" cy="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type="ctrTitle"/>
          </p:nvPr>
        </p:nvSpPr>
        <p:spPr>
          <a:xfrm>
            <a:off x="622975" y="270501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PRICE</a:t>
            </a:r>
            <a:endParaRPr sz="9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price</a:t>
            </a:r>
            <a:endParaRPr sz="9600"/>
          </a:p>
        </p:txBody>
      </p:sp>
      <p:sp>
        <p:nvSpPr>
          <p:cNvPr id="245" name="Google Shape;245;p28"/>
          <p:cNvSpPr txBox="1"/>
          <p:nvPr>
            <p:ph idx="1" type="subTitle"/>
          </p:nvPr>
        </p:nvSpPr>
        <p:spPr>
          <a:xfrm>
            <a:off x="622975" y="3683554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ctrTitle"/>
          </p:nvPr>
        </p:nvSpPr>
        <p:spPr>
          <a:xfrm>
            <a:off x="131300" y="2705025"/>
            <a:ext cx="91440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HOW MUCH?</a:t>
            </a:r>
            <a:endParaRPr sz="9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how much?</a:t>
            </a:r>
            <a:endParaRPr sz="9600"/>
          </a:p>
        </p:txBody>
      </p:sp>
      <p:sp>
        <p:nvSpPr>
          <p:cNvPr id="251" name="Google Shape;251;p29"/>
          <p:cNvSpPr txBox="1"/>
          <p:nvPr>
            <p:ph idx="1" type="subTitle"/>
          </p:nvPr>
        </p:nvSpPr>
        <p:spPr>
          <a:xfrm>
            <a:off x="622975" y="3683554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38200">
            <a:off x="152345" y="-1621006"/>
            <a:ext cx="9213159" cy="712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0"/>
          <p:cNvSpPr/>
          <p:nvPr/>
        </p:nvSpPr>
        <p:spPr>
          <a:xfrm rot="-326999">
            <a:off x="4083168" y="2275358"/>
            <a:ext cx="1351911" cy="753018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5</a:t>
            </a:r>
            <a:endParaRPr b="1" sz="7200"/>
          </a:p>
        </p:txBody>
      </p:sp>
      <p:sp>
        <p:nvSpPr>
          <p:cNvPr id="258" name="Google Shape;258;p30"/>
          <p:cNvSpPr/>
          <p:nvPr/>
        </p:nvSpPr>
        <p:spPr>
          <a:xfrm rot="-327384">
            <a:off x="6177604" y="2276765"/>
            <a:ext cx="1318776" cy="824621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38200">
            <a:off x="152345" y="-1621006"/>
            <a:ext cx="9213159" cy="712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1"/>
          <p:cNvSpPr/>
          <p:nvPr/>
        </p:nvSpPr>
        <p:spPr>
          <a:xfrm rot="-326999">
            <a:off x="4083168" y="2275358"/>
            <a:ext cx="1351911" cy="753018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4</a:t>
            </a:r>
            <a:endParaRPr b="1" sz="7200"/>
          </a:p>
        </p:txBody>
      </p:sp>
      <p:sp>
        <p:nvSpPr>
          <p:cNvPr id="265" name="Google Shape;265;p31"/>
          <p:cNvSpPr/>
          <p:nvPr/>
        </p:nvSpPr>
        <p:spPr>
          <a:xfrm rot="-327384">
            <a:off x="6177604" y="2276765"/>
            <a:ext cx="1318776" cy="824621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38200">
            <a:off x="152345" y="-1621006"/>
            <a:ext cx="9213159" cy="712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2"/>
          <p:cNvSpPr/>
          <p:nvPr/>
        </p:nvSpPr>
        <p:spPr>
          <a:xfrm rot="-326999">
            <a:off x="4083168" y="2275358"/>
            <a:ext cx="1351911" cy="753018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8</a:t>
            </a:r>
            <a:endParaRPr b="1" sz="7200"/>
          </a:p>
        </p:txBody>
      </p:sp>
      <p:sp>
        <p:nvSpPr>
          <p:cNvPr id="272" name="Google Shape;272;p32"/>
          <p:cNvSpPr/>
          <p:nvPr/>
        </p:nvSpPr>
        <p:spPr>
          <a:xfrm rot="-327384">
            <a:off x="6177604" y="2276765"/>
            <a:ext cx="1318776" cy="824621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38200">
            <a:off x="152345" y="-1621006"/>
            <a:ext cx="9213159" cy="712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3"/>
          <p:cNvSpPr/>
          <p:nvPr/>
        </p:nvSpPr>
        <p:spPr>
          <a:xfrm rot="-326999">
            <a:off x="4083168" y="2275358"/>
            <a:ext cx="1351911" cy="753018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1</a:t>
            </a:r>
            <a:endParaRPr b="1" sz="7200"/>
          </a:p>
        </p:txBody>
      </p:sp>
      <p:sp>
        <p:nvSpPr>
          <p:cNvPr id="279" name="Google Shape;279;p33"/>
          <p:cNvSpPr/>
          <p:nvPr/>
        </p:nvSpPr>
        <p:spPr>
          <a:xfrm rot="-327384">
            <a:off x="6177604" y="2276765"/>
            <a:ext cx="1318776" cy="824621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75" y="1222275"/>
            <a:ext cx="3073675" cy="223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8100" y="950760"/>
            <a:ext cx="2171575" cy="2504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35"/>
          <p:cNvCxnSpPr/>
          <p:nvPr/>
        </p:nvCxnSpPr>
        <p:spPr>
          <a:xfrm>
            <a:off x="4534100" y="30325"/>
            <a:ext cx="14100" cy="3326100"/>
          </a:xfrm>
          <a:prstGeom prst="straightConnector1">
            <a:avLst/>
          </a:prstGeom>
          <a:noFill/>
          <a:ln cap="flat" cmpd="sng" w="762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0038" y="3356375"/>
            <a:ext cx="2056338" cy="1787124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4" name="Google Shape;294;p35"/>
          <p:cNvPicPr preferRelativeResize="0"/>
          <p:nvPr/>
        </p:nvPicPr>
        <p:blipFill rotWithShape="1">
          <a:blip r:embed="rId6">
            <a:alphaModFix/>
          </a:blip>
          <a:srcRect b="14362" l="0" r="6147" t="0"/>
          <a:stretch/>
        </p:blipFill>
        <p:spPr>
          <a:xfrm flipH="1">
            <a:off x="6666338" y="950750"/>
            <a:ext cx="1644900" cy="13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5"/>
          <p:cNvSpPr/>
          <p:nvPr/>
        </p:nvSpPr>
        <p:spPr>
          <a:xfrm>
            <a:off x="6666350" y="189125"/>
            <a:ext cx="197400" cy="55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28288"/>
            <a:ext cx="876350" cy="8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66638" y="-45413"/>
            <a:ext cx="1023796" cy="102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7200" y="28288"/>
            <a:ext cx="876350" cy="8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14050" y="113312"/>
            <a:ext cx="1023796" cy="102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5"/>
          <p:cNvPicPr preferRelativeResize="0"/>
          <p:nvPr/>
        </p:nvPicPr>
        <p:blipFill rotWithShape="1">
          <a:blip r:embed="rId9">
            <a:alphaModFix/>
          </a:blip>
          <a:srcRect b="84450" l="64681" r="24625" t="4252"/>
          <a:stretch/>
        </p:blipFill>
        <p:spPr>
          <a:xfrm>
            <a:off x="7145425" y="28300"/>
            <a:ext cx="829476" cy="87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5"/>
          <p:cNvPicPr preferRelativeResize="0"/>
          <p:nvPr/>
        </p:nvPicPr>
        <p:blipFill rotWithShape="1">
          <a:blip r:embed="rId9">
            <a:alphaModFix/>
          </a:blip>
          <a:srcRect b="84450" l="64681" r="24625" t="4252"/>
          <a:stretch/>
        </p:blipFill>
        <p:spPr>
          <a:xfrm>
            <a:off x="7782686" y="3501400"/>
            <a:ext cx="1486515" cy="157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14713" y="3501407"/>
            <a:ext cx="1486525" cy="1596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84463" y="113297"/>
            <a:ext cx="876350" cy="917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12139" y="30327"/>
            <a:ext cx="1224814" cy="178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